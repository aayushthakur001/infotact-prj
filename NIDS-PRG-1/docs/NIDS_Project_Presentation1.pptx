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image" Target="../media/image35.sv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svg"/><Relationship Id="rId4" Type="http://schemas.openxmlformats.org/officeDocument/2006/relationships/image" Target="../media/image27.svg"/><Relationship Id="rId9" Type="http://schemas.openxmlformats.org/officeDocument/2006/relationships/image" Target="../media/image32.pn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sv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12" Type="http://schemas.openxmlformats.org/officeDocument/2006/relationships/image" Target="../media/image50.svg"/><Relationship Id="rId2" Type="http://schemas.openxmlformats.org/officeDocument/2006/relationships/image" Target="../media/image40.svg"/><Relationship Id="rId1" Type="http://schemas.openxmlformats.org/officeDocument/2006/relationships/image" Target="../media/image3.png"/><Relationship Id="rId6" Type="http://schemas.openxmlformats.org/officeDocument/2006/relationships/image" Target="../media/image44.sv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0" Type="http://schemas.openxmlformats.org/officeDocument/2006/relationships/image" Target="../media/image48.svg"/><Relationship Id="rId4" Type="http://schemas.openxmlformats.org/officeDocument/2006/relationships/image" Target="../media/image42.svg"/><Relationship Id="rId9" Type="http://schemas.openxmlformats.org/officeDocument/2006/relationships/image" Target="../media/image47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image" Target="../media/image35.sv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svg"/><Relationship Id="rId4" Type="http://schemas.openxmlformats.org/officeDocument/2006/relationships/image" Target="../media/image27.svg"/><Relationship Id="rId9" Type="http://schemas.openxmlformats.org/officeDocument/2006/relationships/image" Target="../media/image32.pn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sv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12" Type="http://schemas.openxmlformats.org/officeDocument/2006/relationships/image" Target="../media/image50.svg"/><Relationship Id="rId2" Type="http://schemas.openxmlformats.org/officeDocument/2006/relationships/image" Target="../media/image40.svg"/><Relationship Id="rId1" Type="http://schemas.openxmlformats.org/officeDocument/2006/relationships/image" Target="../media/image3.png"/><Relationship Id="rId6" Type="http://schemas.openxmlformats.org/officeDocument/2006/relationships/image" Target="../media/image44.sv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0" Type="http://schemas.openxmlformats.org/officeDocument/2006/relationships/image" Target="../media/image48.svg"/><Relationship Id="rId4" Type="http://schemas.openxmlformats.org/officeDocument/2006/relationships/image" Target="../media/image42.svg"/><Relationship Id="rId9" Type="http://schemas.openxmlformats.org/officeDocument/2006/relationships/image" Target="../media/image47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7B3D04B-560A-4F12-9815-22FB5630CF60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368E8E79-EE82-4EA5-BD82-68E6AD62B3E8}">
      <dgm:prSet/>
      <dgm:spPr/>
      <dgm:t>
        <a:bodyPr/>
        <a:lstStyle/>
        <a:p>
          <a:r>
            <a:rPr lang="en-US"/>
            <a:t>• Setup and configure Snort as a Network Intrusion Detection System</a:t>
          </a:r>
        </a:p>
      </dgm:t>
    </dgm:pt>
    <dgm:pt modelId="{B313B20E-B75B-4C60-8D36-AFDCD435018E}" type="parTrans" cxnId="{35C56BFE-6DD2-42B2-8445-A103DB027ABD}">
      <dgm:prSet/>
      <dgm:spPr/>
      <dgm:t>
        <a:bodyPr/>
        <a:lstStyle/>
        <a:p>
          <a:endParaRPr lang="en-US"/>
        </a:p>
      </dgm:t>
    </dgm:pt>
    <dgm:pt modelId="{537442E2-26E4-48AD-9CA2-F40F6A7FF64E}" type="sibTrans" cxnId="{35C56BFE-6DD2-42B2-8445-A103DB027ABD}">
      <dgm:prSet/>
      <dgm:spPr/>
      <dgm:t>
        <a:bodyPr/>
        <a:lstStyle/>
        <a:p>
          <a:endParaRPr lang="en-US"/>
        </a:p>
      </dgm:t>
    </dgm:pt>
    <dgm:pt modelId="{FAE48CDE-1AD1-426F-A1BD-3B0D78FD6CDB}">
      <dgm:prSet/>
      <dgm:spPr/>
      <dgm:t>
        <a:bodyPr/>
        <a:lstStyle/>
        <a:p>
          <a:r>
            <a:rPr lang="en-US"/>
            <a:t>• Write custom rules for detecting:</a:t>
          </a:r>
        </a:p>
      </dgm:t>
    </dgm:pt>
    <dgm:pt modelId="{3CB36B68-353A-4078-AEFE-B75EFDB220BF}" type="parTrans" cxnId="{C5E683F2-C326-4D87-A00B-266771300BEB}">
      <dgm:prSet/>
      <dgm:spPr/>
      <dgm:t>
        <a:bodyPr/>
        <a:lstStyle/>
        <a:p>
          <a:endParaRPr lang="en-US"/>
        </a:p>
      </dgm:t>
    </dgm:pt>
    <dgm:pt modelId="{5F1A079A-71C9-4E86-B010-16449FBA5344}" type="sibTrans" cxnId="{C5E683F2-C326-4D87-A00B-266771300BEB}">
      <dgm:prSet/>
      <dgm:spPr/>
      <dgm:t>
        <a:bodyPr/>
        <a:lstStyle/>
        <a:p>
          <a:endParaRPr lang="en-US"/>
        </a:p>
      </dgm:t>
    </dgm:pt>
    <dgm:pt modelId="{58277CC3-D753-4D49-A888-67B7E3B04E5A}">
      <dgm:prSet/>
      <dgm:spPr/>
      <dgm:t>
        <a:bodyPr/>
        <a:lstStyle/>
        <a:p>
          <a:r>
            <a:rPr lang="en-US"/>
            <a:t>- Nmap scans (SYN, FIN, Xmas)</a:t>
          </a:r>
        </a:p>
      </dgm:t>
    </dgm:pt>
    <dgm:pt modelId="{B5D1E2E1-0267-4CBE-871D-E4A96DEC6A1A}" type="parTrans" cxnId="{D8941EFF-1B7B-4A60-A476-953A827A3D33}">
      <dgm:prSet/>
      <dgm:spPr/>
      <dgm:t>
        <a:bodyPr/>
        <a:lstStyle/>
        <a:p>
          <a:endParaRPr lang="en-US"/>
        </a:p>
      </dgm:t>
    </dgm:pt>
    <dgm:pt modelId="{AF0B8DC6-DA71-4C89-B3F0-BEC614CA38A5}" type="sibTrans" cxnId="{D8941EFF-1B7B-4A60-A476-953A827A3D33}">
      <dgm:prSet/>
      <dgm:spPr/>
      <dgm:t>
        <a:bodyPr/>
        <a:lstStyle/>
        <a:p>
          <a:endParaRPr lang="en-US"/>
        </a:p>
      </dgm:t>
    </dgm:pt>
    <dgm:pt modelId="{69203500-1A13-4ADF-9244-E31A0C0F0647}">
      <dgm:prSet/>
      <dgm:spPr/>
      <dgm:t>
        <a:bodyPr/>
        <a:lstStyle/>
        <a:p>
          <a:r>
            <a:rPr lang="en-US"/>
            <a:t>- Brute-force attempts (SSH/FTP)</a:t>
          </a:r>
        </a:p>
      </dgm:t>
    </dgm:pt>
    <dgm:pt modelId="{FE07A3B7-7B1E-43ED-B46C-937AC0CB756F}" type="parTrans" cxnId="{DD89F72B-B2D7-4936-9783-6D29AF477047}">
      <dgm:prSet/>
      <dgm:spPr/>
      <dgm:t>
        <a:bodyPr/>
        <a:lstStyle/>
        <a:p>
          <a:endParaRPr lang="en-US"/>
        </a:p>
      </dgm:t>
    </dgm:pt>
    <dgm:pt modelId="{9B94AA00-46D8-4CB0-9702-BA39608FF166}" type="sibTrans" cxnId="{DD89F72B-B2D7-4936-9783-6D29AF477047}">
      <dgm:prSet/>
      <dgm:spPr/>
      <dgm:t>
        <a:bodyPr/>
        <a:lstStyle/>
        <a:p>
          <a:endParaRPr lang="en-US"/>
        </a:p>
      </dgm:t>
    </dgm:pt>
    <dgm:pt modelId="{9C325784-A508-4D2C-98F5-0199DF080790}">
      <dgm:prSet/>
      <dgm:spPr/>
      <dgm:t>
        <a:bodyPr/>
        <a:lstStyle/>
        <a:p>
          <a:r>
            <a:rPr lang="en-US"/>
            <a:t>- Malware Command &amp; Control traffic</a:t>
          </a:r>
        </a:p>
      </dgm:t>
    </dgm:pt>
    <dgm:pt modelId="{3E6D0AA0-5F82-456C-B1EE-9AABAC8EFB3D}" type="parTrans" cxnId="{F077EC42-F217-4100-89B7-B86C1F410C91}">
      <dgm:prSet/>
      <dgm:spPr/>
      <dgm:t>
        <a:bodyPr/>
        <a:lstStyle/>
        <a:p>
          <a:endParaRPr lang="en-US"/>
        </a:p>
      </dgm:t>
    </dgm:pt>
    <dgm:pt modelId="{97DA89FE-ECBA-43FB-8286-8D2DD933C7B5}" type="sibTrans" cxnId="{F077EC42-F217-4100-89B7-B86C1F410C91}">
      <dgm:prSet/>
      <dgm:spPr/>
      <dgm:t>
        <a:bodyPr/>
        <a:lstStyle/>
        <a:p>
          <a:endParaRPr lang="en-US"/>
        </a:p>
      </dgm:t>
    </dgm:pt>
    <dgm:pt modelId="{6794DF98-9CA5-4F1C-BC57-F045E6E15383}">
      <dgm:prSet/>
      <dgm:spPr/>
      <dgm:t>
        <a:bodyPr/>
        <a:lstStyle/>
        <a:p>
          <a:r>
            <a:rPr lang="en-US"/>
            <a:t>• Verify detection with simulated attacks</a:t>
          </a:r>
        </a:p>
      </dgm:t>
    </dgm:pt>
    <dgm:pt modelId="{FCA176D9-9B0E-4E94-9141-A66C15F065C3}" type="parTrans" cxnId="{CBA2E87F-74D1-49F0-9B15-0B3E0A2E9BE7}">
      <dgm:prSet/>
      <dgm:spPr/>
      <dgm:t>
        <a:bodyPr/>
        <a:lstStyle/>
        <a:p>
          <a:endParaRPr lang="en-US"/>
        </a:p>
      </dgm:t>
    </dgm:pt>
    <dgm:pt modelId="{E79BE3F8-9D5D-4DB5-8E8C-CB50EF4B6389}" type="sibTrans" cxnId="{CBA2E87F-74D1-49F0-9B15-0B3E0A2E9BE7}">
      <dgm:prSet/>
      <dgm:spPr/>
      <dgm:t>
        <a:bodyPr/>
        <a:lstStyle/>
        <a:p>
          <a:endParaRPr lang="en-US"/>
        </a:p>
      </dgm:t>
    </dgm:pt>
    <dgm:pt modelId="{54AC43B2-E6E1-4235-B3AF-189CDD23E2D3}" type="pres">
      <dgm:prSet presAssocID="{C7B3D04B-560A-4F12-9815-22FB5630CF60}" presName="Name0" presStyleCnt="0">
        <dgm:presLayoutVars>
          <dgm:dir/>
          <dgm:resizeHandles val="exact"/>
        </dgm:presLayoutVars>
      </dgm:prSet>
      <dgm:spPr/>
    </dgm:pt>
    <dgm:pt modelId="{F61A084D-037B-4F57-99F1-583B795CD2CC}" type="pres">
      <dgm:prSet presAssocID="{368E8E79-EE82-4EA5-BD82-68E6AD62B3E8}" presName="node" presStyleLbl="node1" presStyleIdx="0" presStyleCnt="6">
        <dgm:presLayoutVars>
          <dgm:bulletEnabled val="1"/>
        </dgm:presLayoutVars>
      </dgm:prSet>
      <dgm:spPr/>
    </dgm:pt>
    <dgm:pt modelId="{A6F9B4D3-A207-4703-8586-FE52DC731D06}" type="pres">
      <dgm:prSet presAssocID="{537442E2-26E4-48AD-9CA2-F40F6A7FF64E}" presName="sibTrans" presStyleLbl="sibTrans1D1" presStyleIdx="0" presStyleCnt="5"/>
      <dgm:spPr/>
    </dgm:pt>
    <dgm:pt modelId="{F3837F88-D89C-4957-9DEA-FFF9F64FFF42}" type="pres">
      <dgm:prSet presAssocID="{537442E2-26E4-48AD-9CA2-F40F6A7FF64E}" presName="connectorText" presStyleLbl="sibTrans1D1" presStyleIdx="0" presStyleCnt="5"/>
      <dgm:spPr/>
    </dgm:pt>
    <dgm:pt modelId="{56AF6303-24B9-41FD-AC3A-FA7F2C518863}" type="pres">
      <dgm:prSet presAssocID="{FAE48CDE-1AD1-426F-A1BD-3B0D78FD6CDB}" presName="node" presStyleLbl="node1" presStyleIdx="1" presStyleCnt="6">
        <dgm:presLayoutVars>
          <dgm:bulletEnabled val="1"/>
        </dgm:presLayoutVars>
      </dgm:prSet>
      <dgm:spPr/>
    </dgm:pt>
    <dgm:pt modelId="{CB6F0C94-D7FD-474D-8BA6-D52CC41C503B}" type="pres">
      <dgm:prSet presAssocID="{5F1A079A-71C9-4E86-B010-16449FBA5344}" presName="sibTrans" presStyleLbl="sibTrans1D1" presStyleIdx="1" presStyleCnt="5"/>
      <dgm:spPr/>
    </dgm:pt>
    <dgm:pt modelId="{E971B511-2EC3-4AD7-9991-2B2660949CD9}" type="pres">
      <dgm:prSet presAssocID="{5F1A079A-71C9-4E86-B010-16449FBA5344}" presName="connectorText" presStyleLbl="sibTrans1D1" presStyleIdx="1" presStyleCnt="5"/>
      <dgm:spPr/>
    </dgm:pt>
    <dgm:pt modelId="{9950543B-09EC-43DC-AE66-A69176CCC988}" type="pres">
      <dgm:prSet presAssocID="{58277CC3-D753-4D49-A888-67B7E3B04E5A}" presName="node" presStyleLbl="node1" presStyleIdx="2" presStyleCnt="6">
        <dgm:presLayoutVars>
          <dgm:bulletEnabled val="1"/>
        </dgm:presLayoutVars>
      </dgm:prSet>
      <dgm:spPr/>
    </dgm:pt>
    <dgm:pt modelId="{42CFBB15-68E6-4EA7-A621-94881F30E917}" type="pres">
      <dgm:prSet presAssocID="{AF0B8DC6-DA71-4C89-B3F0-BEC614CA38A5}" presName="sibTrans" presStyleLbl="sibTrans1D1" presStyleIdx="2" presStyleCnt="5"/>
      <dgm:spPr/>
    </dgm:pt>
    <dgm:pt modelId="{3B19DC08-6C14-4E63-AC6B-4BE13FCFBBAC}" type="pres">
      <dgm:prSet presAssocID="{AF0B8DC6-DA71-4C89-B3F0-BEC614CA38A5}" presName="connectorText" presStyleLbl="sibTrans1D1" presStyleIdx="2" presStyleCnt="5"/>
      <dgm:spPr/>
    </dgm:pt>
    <dgm:pt modelId="{15B72BAF-3522-487D-BD0E-F9A650249309}" type="pres">
      <dgm:prSet presAssocID="{69203500-1A13-4ADF-9244-E31A0C0F0647}" presName="node" presStyleLbl="node1" presStyleIdx="3" presStyleCnt="6">
        <dgm:presLayoutVars>
          <dgm:bulletEnabled val="1"/>
        </dgm:presLayoutVars>
      </dgm:prSet>
      <dgm:spPr/>
    </dgm:pt>
    <dgm:pt modelId="{2A10EE14-BA28-4993-B2F8-CFCB4B42912C}" type="pres">
      <dgm:prSet presAssocID="{9B94AA00-46D8-4CB0-9702-BA39608FF166}" presName="sibTrans" presStyleLbl="sibTrans1D1" presStyleIdx="3" presStyleCnt="5"/>
      <dgm:spPr/>
    </dgm:pt>
    <dgm:pt modelId="{44C40934-C688-4401-BAB6-20CB3E729242}" type="pres">
      <dgm:prSet presAssocID="{9B94AA00-46D8-4CB0-9702-BA39608FF166}" presName="connectorText" presStyleLbl="sibTrans1D1" presStyleIdx="3" presStyleCnt="5"/>
      <dgm:spPr/>
    </dgm:pt>
    <dgm:pt modelId="{3349D80B-2DE6-4234-B3CD-88A460D472E7}" type="pres">
      <dgm:prSet presAssocID="{9C325784-A508-4D2C-98F5-0199DF080790}" presName="node" presStyleLbl="node1" presStyleIdx="4" presStyleCnt="6">
        <dgm:presLayoutVars>
          <dgm:bulletEnabled val="1"/>
        </dgm:presLayoutVars>
      </dgm:prSet>
      <dgm:spPr/>
    </dgm:pt>
    <dgm:pt modelId="{6BCCD027-FA77-4F43-8EFB-15EC01F7E98E}" type="pres">
      <dgm:prSet presAssocID="{97DA89FE-ECBA-43FB-8286-8D2DD933C7B5}" presName="sibTrans" presStyleLbl="sibTrans1D1" presStyleIdx="4" presStyleCnt="5"/>
      <dgm:spPr/>
    </dgm:pt>
    <dgm:pt modelId="{6E100590-C6B6-4D09-AFE8-135570A1993C}" type="pres">
      <dgm:prSet presAssocID="{97DA89FE-ECBA-43FB-8286-8D2DD933C7B5}" presName="connectorText" presStyleLbl="sibTrans1D1" presStyleIdx="4" presStyleCnt="5"/>
      <dgm:spPr/>
    </dgm:pt>
    <dgm:pt modelId="{1843168C-B651-46BC-A897-A33E5EF19D27}" type="pres">
      <dgm:prSet presAssocID="{6794DF98-9CA5-4F1C-BC57-F045E6E15383}" presName="node" presStyleLbl="node1" presStyleIdx="5" presStyleCnt="6">
        <dgm:presLayoutVars>
          <dgm:bulletEnabled val="1"/>
        </dgm:presLayoutVars>
      </dgm:prSet>
      <dgm:spPr/>
    </dgm:pt>
  </dgm:ptLst>
  <dgm:cxnLst>
    <dgm:cxn modelId="{F71A5605-05EF-4ED8-8FFD-9C67DAD75388}" type="presOf" srcId="{9B94AA00-46D8-4CB0-9702-BA39608FF166}" destId="{2A10EE14-BA28-4993-B2F8-CFCB4B42912C}" srcOrd="0" destOrd="0" presId="urn:microsoft.com/office/officeart/2016/7/layout/RepeatingBendingProcessNew"/>
    <dgm:cxn modelId="{5483341F-29CA-43C7-AC6D-43A484CFC7FB}" type="presOf" srcId="{537442E2-26E4-48AD-9CA2-F40F6A7FF64E}" destId="{F3837F88-D89C-4957-9DEA-FFF9F64FFF42}" srcOrd="1" destOrd="0" presId="urn:microsoft.com/office/officeart/2016/7/layout/RepeatingBendingProcessNew"/>
    <dgm:cxn modelId="{DD89F72B-B2D7-4936-9783-6D29AF477047}" srcId="{C7B3D04B-560A-4F12-9815-22FB5630CF60}" destId="{69203500-1A13-4ADF-9244-E31A0C0F0647}" srcOrd="3" destOrd="0" parTransId="{FE07A3B7-7B1E-43ED-B46C-937AC0CB756F}" sibTransId="{9B94AA00-46D8-4CB0-9702-BA39608FF166}"/>
    <dgm:cxn modelId="{8FA4132C-DB5E-4BDC-A19B-74B31C7980DA}" type="presOf" srcId="{FAE48CDE-1AD1-426F-A1BD-3B0D78FD6CDB}" destId="{56AF6303-24B9-41FD-AC3A-FA7F2C518863}" srcOrd="0" destOrd="0" presId="urn:microsoft.com/office/officeart/2016/7/layout/RepeatingBendingProcessNew"/>
    <dgm:cxn modelId="{7E7F7132-1764-4AA6-A359-A52F602A5389}" type="presOf" srcId="{AF0B8DC6-DA71-4C89-B3F0-BEC614CA38A5}" destId="{42CFBB15-68E6-4EA7-A621-94881F30E917}" srcOrd="0" destOrd="0" presId="urn:microsoft.com/office/officeart/2016/7/layout/RepeatingBendingProcessNew"/>
    <dgm:cxn modelId="{74DF1960-0BBB-48B0-8A6E-58A6CAE47AD8}" type="presOf" srcId="{C7B3D04B-560A-4F12-9815-22FB5630CF60}" destId="{54AC43B2-E6E1-4235-B3AF-189CDD23E2D3}" srcOrd="0" destOrd="0" presId="urn:microsoft.com/office/officeart/2016/7/layout/RepeatingBendingProcessNew"/>
    <dgm:cxn modelId="{F077EC42-F217-4100-89B7-B86C1F410C91}" srcId="{C7B3D04B-560A-4F12-9815-22FB5630CF60}" destId="{9C325784-A508-4D2C-98F5-0199DF080790}" srcOrd="4" destOrd="0" parTransId="{3E6D0AA0-5F82-456C-B1EE-9AABAC8EFB3D}" sibTransId="{97DA89FE-ECBA-43FB-8286-8D2DD933C7B5}"/>
    <dgm:cxn modelId="{EA1F0F63-FF46-4667-9A6B-8D407566829D}" type="presOf" srcId="{6794DF98-9CA5-4F1C-BC57-F045E6E15383}" destId="{1843168C-B651-46BC-A897-A33E5EF19D27}" srcOrd="0" destOrd="0" presId="urn:microsoft.com/office/officeart/2016/7/layout/RepeatingBendingProcessNew"/>
    <dgm:cxn modelId="{186C2C64-7D74-4FF7-BC1C-78076DCA94DD}" type="presOf" srcId="{69203500-1A13-4ADF-9244-E31A0C0F0647}" destId="{15B72BAF-3522-487D-BD0E-F9A650249309}" srcOrd="0" destOrd="0" presId="urn:microsoft.com/office/officeart/2016/7/layout/RepeatingBendingProcessNew"/>
    <dgm:cxn modelId="{5DC6D566-96D5-4A8C-983C-E6D466D5C803}" type="presOf" srcId="{AF0B8DC6-DA71-4C89-B3F0-BEC614CA38A5}" destId="{3B19DC08-6C14-4E63-AC6B-4BE13FCFBBAC}" srcOrd="1" destOrd="0" presId="urn:microsoft.com/office/officeart/2016/7/layout/RepeatingBendingProcessNew"/>
    <dgm:cxn modelId="{BD085D4F-C05A-444B-92EA-563297B48DD7}" type="presOf" srcId="{9C325784-A508-4D2C-98F5-0199DF080790}" destId="{3349D80B-2DE6-4234-B3CD-88A460D472E7}" srcOrd="0" destOrd="0" presId="urn:microsoft.com/office/officeart/2016/7/layout/RepeatingBendingProcessNew"/>
    <dgm:cxn modelId="{5C31D774-25E6-4643-9871-94DA7E797248}" type="presOf" srcId="{97DA89FE-ECBA-43FB-8286-8D2DD933C7B5}" destId="{6E100590-C6B6-4D09-AFE8-135570A1993C}" srcOrd="1" destOrd="0" presId="urn:microsoft.com/office/officeart/2016/7/layout/RepeatingBendingProcessNew"/>
    <dgm:cxn modelId="{CBA2E87F-74D1-49F0-9B15-0B3E0A2E9BE7}" srcId="{C7B3D04B-560A-4F12-9815-22FB5630CF60}" destId="{6794DF98-9CA5-4F1C-BC57-F045E6E15383}" srcOrd="5" destOrd="0" parTransId="{FCA176D9-9B0E-4E94-9141-A66C15F065C3}" sibTransId="{E79BE3F8-9D5D-4DB5-8E8C-CB50EF4B6389}"/>
    <dgm:cxn modelId="{C2B5E28C-F6D4-4807-A743-C7B2029FBCA1}" type="presOf" srcId="{537442E2-26E4-48AD-9CA2-F40F6A7FF64E}" destId="{A6F9B4D3-A207-4703-8586-FE52DC731D06}" srcOrd="0" destOrd="0" presId="urn:microsoft.com/office/officeart/2016/7/layout/RepeatingBendingProcessNew"/>
    <dgm:cxn modelId="{8481DEA2-5D8A-4379-8FF8-677947FF41F1}" type="presOf" srcId="{97DA89FE-ECBA-43FB-8286-8D2DD933C7B5}" destId="{6BCCD027-FA77-4F43-8EFB-15EC01F7E98E}" srcOrd="0" destOrd="0" presId="urn:microsoft.com/office/officeart/2016/7/layout/RepeatingBendingProcessNew"/>
    <dgm:cxn modelId="{FCEA75BD-42A5-4B3F-BAC5-AD3035C30283}" type="presOf" srcId="{5F1A079A-71C9-4E86-B010-16449FBA5344}" destId="{E971B511-2EC3-4AD7-9991-2B2660949CD9}" srcOrd="1" destOrd="0" presId="urn:microsoft.com/office/officeart/2016/7/layout/RepeatingBendingProcessNew"/>
    <dgm:cxn modelId="{07EE58C7-C7F8-4581-A1DC-23DE3E0BBA5A}" type="presOf" srcId="{58277CC3-D753-4D49-A888-67B7E3B04E5A}" destId="{9950543B-09EC-43DC-AE66-A69176CCC988}" srcOrd="0" destOrd="0" presId="urn:microsoft.com/office/officeart/2016/7/layout/RepeatingBendingProcessNew"/>
    <dgm:cxn modelId="{94D82BE1-86EB-4E99-A74B-82F6D7F1810A}" type="presOf" srcId="{368E8E79-EE82-4EA5-BD82-68E6AD62B3E8}" destId="{F61A084D-037B-4F57-99F1-583B795CD2CC}" srcOrd="0" destOrd="0" presId="urn:microsoft.com/office/officeart/2016/7/layout/RepeatingBendingProcessNew"/>
    <dgm:cxn modelId="{4F271FE7-2BF4-40D5-BF80-D67B924AD1F3}" type="presOf" srcId="{9B94AA00-46D8-4CB0-9702-BA39608FF166}" destId="{44C40934-C688-4401-BAB6-20CB3E729242}" srcOrd="1" destOrd="0" presId="urn:microsoft.com/office/officeart/2016/7/layout/RepeatingBendingProcessNew"/>
    <dgm:cxn modelId="{804972ED-7BF4-4570-A8AE-A4C8607253A3}" type="presOf" srcId="{5F1A079A-71C9-4E86-B010-16449FBA5344}" destId="{CB6F0C94-D7FD-474D-8BA6-D52CC41C503B}" srcOrd="0" destOrd="0" presId="urn:microsoft.com/office/officeart/2016/7/layout/RepeatingBendingProcessNew"/>
    <dgm:cxn modelId="{C5E683F2-C326-4D87-A00B-266771300BEB}" srcId="{C7B3D04B-560A-4F12-9815-22FB5630CF60}" destId="{FAE48CDE-1AD1-426F-A1BD-3B0D78FD6CDB}" srcOrd="1" destOrd="0" parTransId="{3CB36B68-353A-4078-AEFE-B75EFDB220BF}" sibTransId="{5F1A079A-71C9-4E86-B010-16449FBA5344}"/>
    <dgm:cxn modelId="{35C56BFE-6DD2-42B2-8445-A103DB027ABD}" srcId="{C7B3D04B-560A-4F12-9815-22FB5630CF60}" destId="{368E8E79-EE82-4EA5-BD82-68E6AD62B3E8}" srcOrd="0" destOrd="0" parTransId="{B313B20E-B75B-4C60-8D36-AFDCD435018E}" sibTransId="{537442E2-26E4-48AD-9CA2-F40F6A7FF64E}"/>
    <dgm:cxn modelId="{D8941EFF-1B7B-4A60-A476-953A827A3D33}" srcId="{C7B3D04B-560A-4F12-9815-22FB5630CF60}" destId="{58277CC3-D753-4D49-A888-67B7E3B04E5A}" srcOrd="2" destOrd="0" parTransId="{B5D1E2E1-0267-4CBE-871D-E4A96DEC6A1A}" sibTransId="{AF0B8DC6-DA71-4C89-B3F0-BEC614CA38A5}"/>
    <dgm:cxn modelId="{C6497548-B72F-4FA5-8ACE-2BBBB1649F1A}" type="presParOf" srcId="{54AC43B2-E6E1-4235-B3AF-189CDD23E2D3}" destId="{F61A084D-037B-4F57-99F1-583B795CD2CC}" srcOrd="0" destOrd="0" presId="urn:microsoft.com/office/officeart/2016/7/layout/RepeatingBendingProcessNew"/>
    <dgm:cxn modelId="{0BA17DE9-3DD4-4020-85D0-B413D7DF33BF}" type="presParOf" srcId="{54AC43B2-E6E1-4235-B3AF-189CDD23E2D3}" destId="{A6F9B4D3-A207-4703-8586-FE52DC731D06}" srcOrd="1" destOrd="0" presId="urn:microsoft.com/office/officeart/2016/7/layout/RepeatingBendingProcessNew"/>
    <dgm:cxn modelId="{D4AA4BF5-990B-4C10-AD47-08DCC6865677}" type="presParOf" srcId="{A6F9B4D3-A207-4703-8586-FE52DC731D06}" destId="{F3837F88-D89C-4957-9DEA-FFF9F64FFF42}" srcOrd="0" destOrd="0" presId="urn:microsoft.com/office/officeart/2016/7/layout/RepeatingBendingProcessNew"/>
    <dgm:cxn modelId="{D663FF0F-0A71-4B70-8E13-1740F66FD660}" type="presParOf" srcId="{54AC43B2-E6E1-4235-B3AF-189CDD23E2D3}" destId="{56AF6303-24B9-41FD-AC3A-FA7F2C518863}" srcOrd="2" destOrd="0" presId="urn:microsoft.com/office/officeart/2016/7/layout/RepeatingBendingProcessNew"/>
    <dgm:cxn modelId="{3EE372A7-D9FB-4EE2-96C8-11FE283A4656}" type="presParOf" srcId="{54AC43B2-E6E1-4235-B3AF-189CDD23E2D3}" destId="{CB6F0C94-D7FD-474D-8BA6-D52CC41C503B}" srcOrd="3" destOrd="0" presId="urn:microsoft.com/office/officeart/2016/7/layout/RepeatingBendingProcessNew"/>
    <dgm:cxn modelId="{55414EC0-CE1E-4DBC-8E30-72A0D2C1CAF1}" type="presParOf" srcId="{CB6F0C94-D7FD-474D-8BA6-D52CC41C503B}" destId="{E971B511-2EC3-4AD7-9991-2B2660949CD9}" srcOrd="0" destOrd="0" presId="urn:microsoft.com/office/officeart/2016/7/layout/RepeatingBendingProcessNew"/>
    <dgm:cxn modelId="{F4251806-91B9-4B67-A344-CE41A3141D7B}" type="presParOf" srcId="{54AC43B2-E6E1-4235-B3AF-189CDD23E2D3}" destId="{9950543B-09EC-43DC-AE66-A69176CCC988}" srcOrd="4" destOrd="0" presId="urn:microsoft.com/office/officeart/2016/7/layout/RepeatingBendingProcessNew"/>
    <dgm:cxn modelId="{0513DBAD-D15E-46D6-86D4-313DC0865DE4}" type="presParOf" srcId="{54AC43B2-E6E1-4235-B3AF-189CDD23E2D3}" destId="{42CFBB15-68E6-4EA7-A621-94881F30E917}" srcOrd="5" destOrd="0" presId="urn:microsoft.com/office/officeart/2016/7/layout/RepeatingBendingProcessNew"/>
    <dgm:cxn modelId="{8BD5BF72-8427-442F-A547-D4B5B19013E9}" type="presParOf" srcId="{42CFBB15-68E6-4EA7-A621-94881F30E917}" destId="{3B19DC08-6C14-4E63-AC6B-4BE13FCFBBAC}" srcOrd="0" destOrd="0" presId="urn:microsoft.com/office/officeart/2016/7/layout/RepeatingBendingProcessNew"/>
    <dgm:cxn modelId="{F0E2B18C-2343-4E6F-AB01-1E4CB6E555D3}" type="presParOf" srcId="{54AC43B2-E6E1-4235-B3AF-189CDD23E2D3}" destId="{15B72BAF-3522-487D-BD0E-F9A650249309}" srcOrd="6" destOrd="0" presId="urn:microsoft.com/office/officeart/2016/7/layout/RepeatingBendingProcessNew"/>
    <dgm:cxn modelId="{C84AC2CE-F173-477C-AEC9-BE460BC2EBFC}" type="presParOf" srcId="{54AC43B2-E6E1-4235-B3AF-189CDD23E2D3}" destId="{2A10EE14-BA28-4993-B2F8-CFCB4B42912C}" srcOrd="7" destOrd="0" presId="urn:microsoft.com/office/officeart/2016/7/layout/RepeatingBendingProcessNew"/>
    <dgm:cxn modelId="{69E482EA-A6AD-4162-97A2-28FC6ADFC243}" type="presParOf" srcId="{2A10EE14-BA28-4993-B2F8-CFCB4B42912C}" destId="{44C40934-C688-4401-BAB6-20CB3E729242}" srcOrd="0" destOrd="0" presId="urn:microsoft.com/office/officeart/2016/7/layout/RepeatingBendingProcessNew"/>
    <dgm:cxn modelId="{D07EB741-60D5-4091-AA64-0E294DBF855C}" type="presParOf" srcId="{54AC43B2-E6E1-4235-B3AF-189CDD23E2D3}" destId="{3349D80B-2DE6-4234-B3CD-88A460D472E7}" srcOrd="8" destOrd="0" presId="urn:microsoft.com/office/officeart/2016/7/layout/RepeatingBendingProcessNew"/>
    <dgm:cxn modelId="{3F7D47EE-D093-49E1-A332-09E9D29AC0ED}" type="presParOf" srcId="{54AC43B2-E6E1-4235-B3AF-189CDD23E2D3}" destId="{6BCCD027-FA77-4F43-8EFB-15EC01F7E98E}" srcOrd="9" destOrd="0" presId="urn:microsoft.com/office/officeart/2016/7/layout/RepeatingBendingProcessNew"/>
    <dgm:cxn modelId="{FB25DDBC-A5B0-4EBE-93E0-EC4AAB73015C}" type="presParOf" srcId="{6BCCD027-FA77-4F43-8EFB-15EC01F7E98E}" destId="{6E100590-C6B6-4D09-AFE8-135570A1993C}" srcOrd="0" destOrd="0" presId="urn:microsoft.com/office/officeart/2016/7/layout/RepeatingBendingProcessNew"/>
    <dgm:cxn modelId="{33906623-4A48-4A48-9773-B07AB1B457B6}" type="presParOf" srcId="{54AC43B2-E6E1-4235-B3AF-189CDD23E2D3}" destId="{1843168C-B651-46BC-A897-A33E5EF19D27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CE2A825-95B4-40DA-98A7-35A7CF6FB2F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11F3755-3F7E-4AB8-8D9F-BE0CB595D52C}">
      <dgm:prSet/>
      <dgm:spPr/>
      <dgm:t>
        <a:bodyPr/>
        <a:lstStyle/>
        <a:p>
          <a:r>
            <a:rPr lang="en-US"/>
            <a:t>• Snort (NIDS Engine)</a:t>
          </a:r>
        </a:p>
      </dgm:t>
    </dgm:pt>
    <dgm:pt modelId="{F83F86FA-32A4-4048-B5E2-699FD799C5E8}" type="parTrans" cxnId="{A16D7756-3A67-4C43-B042-B1BA0FA23666}">
      <dgm:prSet/>
      <dgm:spPr/>
      <dgm:t>
        <a:bodyPr/>
        <a:lstStyle/>
        <a:p>
          <a:endParaRPr lang="en-US"/>
        </a:p>
      </dgm:t>
    </dgm:pt>
    <dgm:pt modelId="{AA77388E-5AA7-4F05-BFF7-9C60D81B1141}" type="sibTrans" cxnId="{A16D7756-3A67-4C43-B042-B1BA0FA23666}">
      <dgm:prSet/>
      <dgm:spPr/>
      <dgm:t>
        <a:bodyPr/>
        <a:lstStyle/>
        <a:p>
          <a:endParaRPr lang="en-US"/>
        </a:p>
      </dgm:t>
    </dgm:pt>
    <dgm:pt modelId="{678CB0B9-1331-46FA-B63F-92F156E9F3C1}">
      <dgm:prSet/>
      <dgm:spPr/>
      <dgm:t>
        <a:bodyPr/>
        <a:lstStyle/>
        <a:p>
          <a:r>
            <a:rPr lang="en-US"/>
            <a:t>• Ubuntu Server (Target VM)</a:t>
          </a:r>
        </a:p>
      </dgm:t>
    </dgm:pt>
    <dgm:pt modelId="{41ADB4C3-F345-4A65-9BC0-B45CFA9AF705}" type="parTrans" cxnId="{AA0794F0-1604-49EA-9096-F35C21B55041}">
      <dgm:prSet/>
      <dgm:spPr/>
      <dgm:t>
        <a:bodyPr/>
        <a:lstStyle/>
        <a:p>
          <a:endParaRPr lang="en-US"/>
        </a:p>
      </dgm:t>
    </dgm:pt>
    <dgm:pt modelId="{B295A78B-2FA0-49A4-9AB5-F3C8740908D9}" type="sibTrans" cxnId="{AA0794F0-1604-49EA-9096-F35C21B55041}">
      <dgm:prSet/>
      <dgm:spPr/>
      <dgm:t>
        <a:bodyPr/>
        <a:lstStyle/>
        <a:p>
          <a:endParaRPr lang="en-US"/>
        </a:p>
      </dgm:t>
    </dgm:pt>
    <dgm:pt modelId="{09C3E5F1-6C71-4233-AFF8-023D62E3E121}">
      <dgm:prSet/>
      <dgm:spPr/>
      <dgm:t>
        <a:bodyPr/>
        <a:lstStyle/>
        <a:p>
          <a:r>
            <a:rPr lang="en-US"/>
            <a:t>• Kali Linux (Attacker VM)</a:t>
          </a:r>
        </a:p>
      </dgm:t>
    </dgm:pt>
    <dgm:pt modelId="{A6BEA237-7AA6-4829-B087-FABBE92C535C}" type="parTrans" cxnId="{1DA20E8C-00AE-4BD0-91E1-C417668D968D}">
      <dgm:prSet/>
      <dgm:spPr/>
      <dgm:t>
        <a:bodyPr/>
        <a:lstStyle/>
        <a:p>
          <a:endParaRPr lang="en-US"/>
        </a:p>
      </dgm:t>
    </dgm:pt>
    <dgm:pt modelId="{49FA2F52-E228-4275-AA5C-0CD38307DC04}" type="sibTrans" cxnId="{1DA20E8C-00AE-4BD0-91E1-C417668D968D}">
      <dgm:prSet/>
      <dgm:spPr/>
      <dgm:t>
        <a:bodyPr/>
        <a:lstStyle/>
        <a:p>
          <a:endParaRPr lang="en-US"/>
        </a:p>
      </dgm:t>
    </dgm:pt>
    <dgm:pt modelId="{9A0FC1A5-A36E-4A82-912B-3E8C65D73F4C}">
      <dgm:prSet/>
      <dgm:spPr/>
      <dgm:t>
        <a:bodyPr/>
        <a:lstStyle/>
        <a:p>
          <a:r>
            <a:rPr lang="en-US"/>
            <a:t>• Nmap, Hydra, Curl (Attack tools)</a:t>
          </a:r>
        </a:p>
      </dgm:t>
    </dgm:pt>
    <dgm:pt modelId="{FD29951B-DDBA-4357-A760-47355E299DD7}" type="parTrans" cxnId="{532608B1-1791-4343-AA63-04AF1D5F4A4C}">
      <dgm:prSet/>
      <dgm:spPr/>
      <dgm:t>
        <a:bodyPr/>
        <a:lstStyle/>
        <a:p>
          <a:endParaRPr lang="en-US"/>
        </a:p>
      </dgm:t>
    </dgm:pt>
    <dgm:pt modelId="{436058E9-A330-464E-BA29-DFC0E536A4A4}" type="sibTrans" cxnId="{532608B1-1791-4343-AA63-04AF1D5F4A4C}">
      <dgm:prSet/>
      <dgm:spPr/>
      <dgm:t>
        <a:bodyPr/>
        <a:lstStyle/>
        <a:p>
          <a:endParaRPr lang="en-US"/>
        </a:p>
      </dgm:t>
    </dgm:pt>
    <dgm:pt modelId="{005EA706-0C98-45B1-B748-F7FA8747B9F0}">
      <dgm:prSet/>
      <dgm:spPr/>
      <dgm:t>
        <a:bodyPr/>
        <a:lstStyle/>
        <a:p>
          <a:r>
            <a:rPr lang="en-US"/>
            <a:t>• VirtualBox/VMware (Virtualization)</a:t>
          </a:r>
        </a:p>
      </dgm:t>
    </dgm:pt>
    <dgm:pt modelId="{15065BCD-01A9-4C2E-8A75-8B33BE36617E}" type="parTrans" cxnId="{381A1508-54F1-43A3-9C5E-D40D91AC4B94}">
      <dgm:prSet/>
      <dgm:spPr/>
      <dgm:t>
        <a:bodyPr/>
        <a:lstStyle/>
        <a:p>
          <a:endParaRPr lang="en-US"/>
        </a:p>
      </dgm:t>
    </dgm:pt>
    <dgm:pt modelId="{96F069AD-C600-4672-9A1A-18078DFC04FD}" type="sibTrans" cxnId="{381A1508-54F1-43A3-9C5E-D40D91AC4B94}">
      <dgm:prSet/>
      <dgm:spPr/>
      <dgm:t>
        <a:bodyPr/>
        <a:lstStyle/>
        <a:p>
          <a:endParaRPr lang="en-US"/>
        </a:p>
      </dgm:t>
    </dgm:pt>
    <dgm:pt modelId="{ED834D4E-F08D-4CFF-90F7-A84942A99A72}" type="pres">
      <dgm:prSet presAssocID="{8CE2A825-95B4-40DA-98A7-35A7CF6FB2F2}" presName="root" presStyleCnt="0">
        <dgm:presLayoutVars>
          <dgm:dir/>
          <dgm:resizeHandles val="exact"/>
        </dgm:presLayoutVars>
      </dgm:prSet>
      <dgm:spPr/>
    </dgm:pt>
    <dgm:pt modelId="{635C39A0-7803-41F2-A02C-7012DFF7ABFC}" type="pres">
      <dgm:prSet presAssocID="{211F3755-3F7E-4AB8-8D9F-BE0CB595D52C}" presName="compNode" presStyleCnt="0"/>
      <dgm:spPr/>
    </dgm:pt>
    <dgm:pt modelId="{79AB86BB-E70F-4911-9107-4F906192F1F3}" type="pres">
      <dgm:prSet presAssocID="{211F3755-3F7E-4AB8-8D9F-BE0CB595D52C}" presName="bgRect" presStyleLbl="bgShp" presStyleIdx="0" presStyleCnt="5"/>
      <dgm:spPr/>
    </dgm:pt>
    <dgm:pt modelId="{96A0167C-D9BE-49A1-B820-051802D60CE5}" type="pres">
      <dgm:prSet presAssocID="{211F3755-3F7E-4AB8-8D9F-BE0CB595D52C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xclamation Mark"/>
        </a:ext>
      </dgm:extLst>
    </dgm:pt>
    <dgm:pt modelId="{9403CB57-B681-40A5-935F-5FD6A4C43135}" type="pres">
      <dgm:prSet presAssocID="{211F3755-3F7E-4AB8-8D9F-BE0CB595D52C}" presName="spaceRect" presStyleCnt="0"/>
      <dgm:spPr/>
    </dgm:pt>
    <dgm:pt modelId="{7E0CC2DA-20F9-435B-A3D7-33B7935A2C00}" type="pres">
      <dgm:prSet presAssocID="{211F3755-3F7E-4AB8-8D9F-BE0CB595D52C}" presName="parTx" presStyleLbl="revTx" presStyleIdx="0" presStyleCnt="5">
        <dgm:presLayoutVars>
          <dgm:chMax val="0"/>
          <dgm:chPref val="0"/>
        </dgm:presLayoutVars>
      </dgm:prSet>
      <dgm:spPr/>
    </dgm:pt>
    <dgm:pt modelId="{B31152BE-8A6E-4584-8114-929D97E62C4B}" type="pres">
      <dgm:prSet presAssocID="{AA77388E-5AA7-4F05-BFF7-9C60D81B1141}" presName="sibTrans" presStyleCnt="0"/>
      <dgm:spPr/>
    </dgm:pt>
    <dgm:pt modelId="{A8F3F70B-4C11-4FBE-A927-D38C95AEC3E1}" type="pres">
      <dgm:prSet presAssocID="{678CB0B9-1331-46FA-B63F-92F156E9F3C1}" presName="compNode" presStyleCnt="0"/>
      <dgm:spPr/>
    </dgm:pt>
    <dgm:pt modelId="{CF487A53-30C3-488D-9AB5-C58FD7014199}" type="pres">
      <dgm:prSet presAssocID="{678CB0B9-1331-46FA-B63F-92F156E9F3C1}" presName="bgRect" presStyleLbl="bgShp" presStyleIdx="1" presStyleCnt="5"/>
      <dgm:spPr/>
    </dgm:pt>
    <dgm:pt modelId="{0F5DF069-1A88-4EE1-A089-6DA9B68829C7}" type="pres">
      <dgm:prSet presAssocID="{678CB0B9-1331-46FA-B63F-92F156E9F3C1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BC8C6FFA-E763-4ACC-AE8A-DE67DFBCDD81}" type="pres">
      <dgm:prSet presAssocID="{678CB0B9-1331-46FA-B63F-92F156E9F3C1}" presName="spaceRect" presStyleCnt="0"/>
      <dgm:spPr/>
    </dgm:pt>
    <dgm:pt modelId="{1B599CBC-983D-49E6-81D6-D92C6071B917}" type="pres">
      <dgm:prSet presAssocID="{678CB0B9-1331-46FA-B63F-92F156E9F3C1}" presName="parTx" presStyleLbl="revTx" presStyleIdx="1" presStyleCnt="5">
        <dgm:presLayoutVars>
          <dgm:chMax val="0"/>
          <dgm:chPref val="0"/>
        </dgm:presLayoutVars>
      </dgm:prSet>
      <dgm:spPr/>
    </dgm:pt>
    <dgm:pt modelId="{BF229E75-68D3-4FCB-9FE7-BB50C67CECF4}" type="pres">
      <dgm:prSet presAssocID="{B295A78B-2FA0-49A4-9AB5-F3C8740908D9}" presName="sibTrans" presStyleCnt="0"/>
      <dgm:spPr/>
    </dgm:pt>
    <dgm:pt modelId="{811F3364-E1F6-4EB9-8AFC-8E161FF00374}" type="pres">
      <dgm:prSet presAssocID="{09C3E5F1-6C71-4233-AFF8-023D62E3E121}" presName="compNode" presStyleCnt="0"/>
      <dgm:spPr/>
    </dgm:pt>
    <dgm:pt modelId="{DE2E5FA9-2510-4BD7-BF9F-5B8A4447649C}" type="pres">
      <dgm:prSet presAssocID="{09C3E5F1-6C71-4233-AFF8-023D62E3E121}" presName="bgRect" presStyleLbl="bgShp" presStyleIdx="2" presStyleCnt="5"/>
      <dgm:spPr/>
    </dgm:pt>
    <dgm:pt modelId="{DCFE2CFC-A90D-46BC-AE8D-5026C91FC992}" type="pres">
      <dgm:prSet presAssocID="{09C3E5F1-6C71-4233-AFF8-023D62E3E121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12AD23C0-AD07-4738-BF38-8EABD61C6B79}" type="pres">
      <dgm:prSet presAssocID="{09C3E5F1-6C71-4233-AFF8-023D62E3E121}" presName="spaceRect" presStyleCnt="0"/>
      <dgm:spPr/>
    </dgm:pt>
    <dgm:pt modelId="{A2B3B8A0-BDD4-4CC5-89DE-8E3D40BC1811}" type="pres">
      <dgm:prSet presAssocID="{09C3E5F1-6C71-4233-AFF8-023D62E3E121}" presName="parTx" presStyleLbl="revTx" presStyleIdx="2" presStyleCnt="5">
        <dgm:presLayoutVars>
          <dgm:chMax val="0"/>
          <dgm:chPref val="0"/>
        </dgm:presLayoutVars>
      </dgm:prSet>
      <dgm:spPr/>
    </dgm:pt>
    <dgm:pt modelId="{BF44923A-D50B-4765-A470-C5D9A03321C7}" type="pres">
      <dgm:prSet presAssocID="{49FA2F52-E228-4275-AA5C-0CD38307DC04}" presName="sibTrans" presStyleCnt="0"/>
      <dgm:spPr/>
    </dgm:pt>
    <dgm:pt modelId="{384F09AF-8F91-48EE-841A-E61CC9BE4BDC}" type="pres">
      <dgm:prSet presAssocID="{9A0FC1A5-A36E-4A82-912B-3E8C65D73F4C}" presName="compNode" presStyleCnt="0"/>
      <dgm:spPr/>
    </dgm:pt>
    <dgm:pt modelId="{70D8593A-878A-4B18-A78B-CB1280A35571}" type="pres">
      <dgm:prSet presAssocID="{9A0FC1A5-A36E-4A82-912B-3E8C65D73F4C}" presName="bgRect" presStyleLbl="bgShp" presStyleIdx="3" presStyleCnt="5"/>
      <dgm:spPr/>
    </dgm:pt>
    <dgm:pt modelId="{7E75C52E-6573-4A83-82EA-6D21C3FB6159}" type="pres">
      <dgm:prSet presAssocID="{9A0FC1A5-A36E-4A82-912B-3E8C65D73F4C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shes"/>
        </a:ext>
      </dgm:extLst>
    </dgm:pt>
    <dgm:pt modelId="{69F7EFE1-C88D-4473-A626-0CD8293771F4}" type="pres">
      <dgm:prSet presAssocID="{9A0FC1A5-A36E-4A82-912B-3E8C65D73F4C}" presName="spaceRect" presStyleCnt="0"/>
      <dgm:spPr/>
    </dgm:pt>
    <dgm:pt modelId="{AD91DF68-C89E-4877-A2FB-67B4554F6AB5}" type="pres">
      <dgm:prSet presAssocID="{9A0FC1A5-A36E-4A82-912B-3E8C65D73F4C}" presName="parTx" presStyleLbl="revTx" presStyleIdx="3" presStyleCnt="5">
        <dgm:presLayoutVars>
          <dgm:chMax val="0"/>
          <dgm:chPref val="0"/>
        </dgm:presLayoutVars>
      </dgm:prSet>
      <dgm:spPr/>
    </dgm:pt>
    <dgm:pt modelId="{9A13FD57-DFE9-45E3-8AA1-D50314D27A50}" type="pres">
      <dgm:prSet presAssocID="{436058E9-A330-464E-BA29-DFC0E536A4A4}" presName="sibTrans" presStyleCnt="0"/>
      <dgm:spPr/>
    </dgm:pt>
    <dgm:pt modelId="{649B92AB-EC9C-4A91-9D1D-0EC0991B3E97}" type="pres">
      <dgm:prSet presAssocID="{005EA706-0C98-45B1-B748-F7FA8747B9F0}" presName="compNode" presStyleCnt="0"/>
      <dgm:spPr/>
    </dgm:pt>
    <dgm:pt modelId="{154CD9F5-9004-4A11-A2A4-E09F8B61C44B}" type="pres">
      <dgm:prSet presAssocID="{005EA706-0C98-45B1-B748-F7FA8747B9F0}" presName="bgRect" presStyleLbl="bgShp" presStyleIdx="4" presStyleCnt="5"/>
      <dgm:spPr/>
    </dgm:pt>
    <dgm:pt modelId="{4A0F82B6-CFFF-4752-82EF-FFA17840C0AB}" type="pres">
      <dgm:prSet presAssocID="{005EA706-0C98-45B1-B748-F7FA8747B9F0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F785840F-2AD6-420F-962C-B1C8D43A12E7}" type="pres">
      <dgm:prSet presAssocID="{005EA706-0C98-45B1-B748-F7FA8747B9F0}" presName="spaceRect" presStyleCnt="0"/>
      <dgm:spPr/>
    </dgm:pt>
    <dgm:pt modelId="{2C8B290A-C364-4284-BEC1-04A84F080360}" type="pres">
      <dgm:prSet presAssocID="{005EA706-0C98-45B1-B748-F7FA8747B9F0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381A1508-54F1-43A3-9C5E-D40D91AC4B94}" srcId="{8CE2A825-95B4-40DA-98A7-35A7CF6FB2F2}" destId="{005EA706-0C98-45B1-B748-F7FA8747B9F0}" srcOrd="4" destOrd="0" parTransId="{15065BCD-01A9-4C2E-8A75-8B33BE36617E}" sibTransId="{96F069AD-C600-4672-9A1A-18078DFC04FD}"/>
    <dgm:cxn modelId="{CD98F616-C270-40DA-91B2-0FD0A1E0EF32}" type="presOf" srcId="{9A0FC1A5-A36E-4A82-912B-3E8C65D73F4C}" destId="{AD91DF68-C89E-4877-A2FB-67B4554F6AB5}" srcOrd="0" destOrd="0" presId="urn:microsoft.com/office/officeart/2018/2/layout/IconVerticalSolidList"/>
    <dgm:cxn modelId="{96E2BB38-0E30-4596-A72F-A9C93F8A29A0}" type="presOf" srcId="{678CB0B9-1331-46FA-B63F-92F156E9F3C1}" destId="{1B599CBC-983D-49E6-81D6-D92C6071B917}" srcOrd="0" destOrd="0" presId="urn:microsoft.com/office/officeart/2018/2/layout/IconVerticalSolidList"/>
    <dgm:cxn modelId="{45225E60-0FD1-4853-BFB6-30F00F2EDB61}" type="presOf" srcId="{09C3E5F1-6C71-4233-AFF8-023D62E3E121}" destId="{A2B3B8A0-BDD4-4CC5-89DE-8E3D40BC1811}" srcOrd="0" destOrd="0" presId="urn:microsoft.com/office/officeart/2018/2/layout/IconVerticalSolidList"/>
    <dgm:cxn modelId="{6E78E252-7781-4BBF-8555-9C05A98EB46D}" type="presOf" srcId="{005EA706-0C98-45B1-B748-F7FA8747B9F0}" destId="{2C8B290A-C364-4284-BEC1-04A84F080360}" srcOrd="0" destOrd="0" presId="urn:microsoft.com/office/officeart/2018/2/layout/IconVerticalSolidList"/>
    <dgm:cxn modelId="{A16D7756-3A67-4C43-B042-B1BA0FA23666}" srcId="{8CE2A825-95B4-40DA-98A7-35A7CF6FB2F2}" destId="{211F3755-3F7E-4AB8-8D9F-BE0CB595D52C}" srcOrd="0" destOrd="0" parTransId="{F83F86FA-32A4-4048-B5E2-699FD799C5E8}" sibTransId="{AA77388E-5AA7-4F05-BFF7-9C60D81B1141}"/>
    <dgm:cxn modelId="{1DA20E8C-00AE-4BD0-91E1-C417668D968D}" srcId="{8CE2A825-95B4-40DA-98A7-35A7CF6FB2F2}" destId="{09C3E5F1-6C71-4233-AFF8-023D62E3E121}" srcOrd="2" destOrd="0" parTransId="{A6BEA237-7AA6-4829-B087-FABBE92C535C}" sibTransId="{49FA2F52-E228-4275-AA5C-0CD38307DC04}"/>
    <dgm:cxn modelId="{532608B1-1791-4343-AA63-04AF1D5F4A4C}" srcId="{8CE2A825-95B4-40DA-98A7-35A7CF6FB2F2}" destId="{9A0FC1A5-A36E-4A82-912B-3E8C65D73F4C}" srcOrd="3" destOrd="0" parTransId="{FD29951B-DDBA-4357-A760-47355E299DD7}" sibTransId="{436058E9-A330-464E-BA29-DFC0E536A4A4}"/>
    <dgm:cxn modelId="{B2C0F5BE-6623-4694-9AB6-E14211195803}" type="presOf" srcId="{211F3755-3F7E-4AB8-8D9F-BE0CB595D52C}" destId="{7E0CC2DA-20F9-435B-A3D7-33B7935A2C00}" srcOrd="0" destOrd="0" presId="urn:microsoft.com/office/officeart/2018/2/layout/IconVerticalSolidList"/>
    <dgm:cxn modelId="{83EB48C9-92DD-46B7-953C-2081CEC1C094}" type="presOf" srcId="{8CE2A825-95B4-40DA-98A7-35A7CF6FB2F2}" destId="{ED834D4E-F08D-4CFF-90F7-A84942A99A72}" srcOrd="0" destOrd="0" presId="urn:microsoft.com/office/officeart/2018/2/layout/IconVerticalSolidList"/>
    <dgm:cxn modelId="{AA0794F0-1604-49EA-9096-F35C21B55041}" srcId="{8CE2A825-95B4-40DA-98A7-35A7CF6FB2F2}" destId="{678CB0B9-1331-46FA-B63F-92F156E9F3C1}" srcOrd="1" destOrd="0" parTransId="{41ADB4C3-F345-4A65-9BC0-B45CFA9AF705}" sibTransId="{B295A78B-2FA0-49A4-9AB5-F3C8740908D9}"/>
    <dgm:cxn modelId="{BCEF0A6C-EF1E-4EDD-B66A-83E1670EE991}" type="presParOf" srcId="{ED834D4E-F08D-4CFF-90F7-A84942A99A72}" destId="{635C39A0-7803-41F2-A02C-7012DFF7ABFC}" srcOrd="0" destOrd="0" presId="urn:microsoft.com/office/officeart/2018/2/layout/IconVerticalSolidList"/>
    <dgm:cxn modelId="{B9C3F48E-D8BF-42D5-B200-8C06B4DA8E3D}" type="presParOf" srcId="{635C39A0-7803-41F2-A02C-7012DFF7ABFC}" destId="{79AB86BB-E70F-4911-9107-4F906192F1F3}" srcOrd="0" destOrd="0" presId="urn:microsoft.com/office/officeart/2018/2/layout/IconVerticalSolidList"/>
    <dgm:cxn modelId="{46F77813-D96B-4120-9B7D-FC8A4E94354B}" type="presParOf" srcId="{635C39A0-7803-41F2-A02C-7012DFF7ABFC}" destId="{96A0167C-D9BE-49A1-B820-051802D60CE5}" srcOrd="1" destOrd="0" presId="urn:microsoft.com/office/officeart/2018/2/layout/IconVerticalSolidList"/>
    <dgm:cxn modelId="{43A48C5C-63F7-4DDF-AF82-62AE38AB4201}" type="presParOf" srcId="{635C39A0-7803-41F2-A02C-7012DFF7ABFC}" destId="{9403CB57-B681-40A5-935F-5FD6A4C43135}" srcOrd="2" destOrd="0" presId="urn:microsoft.com/office/officeart/2018/2/layout/IconVerticalSolidList"/>
    <dgm:cxn modelId="{FEF6E51A-4F04-4927-8CB0-CA2F27CAA196}" type="presParOf" srcId="{635C39A0-7803-41F2-A02C-7012DFF7ABFC}" destId="{7E0CC2DA-20F9-435B-A3D7-33B7935A2C00}" srcOrd="3" destOrd="0" presId="urn:microsoft.com/office/officeart/2018/2/layout/IconVerticalSolidList"/>
    <dgm:cxn modelId="{BF79C948-9EE6-4B99-9D03-A0778E5205DF}" type="presParOf" srcId="{ED834D4E-F08D-4CFF-90F7-A84942A99A72}" destId="{B31152BE-8A6E-4584-8114-929D97E62C4B}" srcOrd="1" destOrd="0" presId="urn:microsoft.com/office/officeart/2018/2/layout/IconVerticalSolidList"/>
    <dgm:cxn modelId="{8D6614CF-30DE-49B9-9526-4A56508E7669}" type="presParOf" srcId="{ED834D4E-F08D-4CFF-90F7-A84942A99A72}" destId="{A8F3F70B-4C11-4FBE-A927-D38C95AEC3E1}" srcOrd="2" destOrd="0" presId="urn:microsoft.com/office/officeart/2018/2/layout/IconVerticalSolidList"/>
    <dgm:cxn modelId="{1B806532-C782-469E-8EF3-EF24B2818FF4}" type="presParOf" srcId="{A8F3F70B-4C11-4FBE-A927-D38C95AEC3E1}" destId="{CF487A53-30C3-488D-9AB5-C58FD7014199}" srcOrd="0" destOrd="0" presId="urn:microsoft.com/office/officeart/2018/2/layout/IconVerticalSolidList"/>
    <dgm:cxn modelId="{58F1C094-CCBE-43D5-BD35-C8D2B3F8FF44}" type="presParOf" srcId="{A8F3F70B-4C11-4FBE-A927-D38C95AEC3E1}" destId="{0F5DF069-1A88-4EE1-A089-6DA9B68829C7}" srcOrd="1" destOrd="0" presId="urn:microsoft.com/office/officeart/2018/2/layout/IconVerticalSolidList"/>
    <dgm:cxn modelId="{92A01C55-8E31-49AC-AFF0-19F63E2E5F80}" type="presParOf" srcId="{A8F3F70B-4C11-4FBE-A927-D38C95AEC3E1}" destId="{BC8C6FFA-E763-4ACC-AE8A-DE67DFBCDD81}" srcOrd="2" destOrd="0" presId="urn:microsoft.com/office/officeart/2018/2/layout/IconVerticalSolidList"/>
    <dgm:cxn modelId="{229C1E50-4F3A-46E3-AD09-43DF4E2AE25C}" type="presParOf" srcId="{A8F3F70B-4C11-4FBE-A927-D38C95AEC3E1}" destId="{1B599CBC-983D-49E6-81D6-D92C6071B917}" srcOrd="3" destOrd="0" presId="urn:microsoft.com/office/officeart/2018/2/layout/IconVerticalSolidList"/>
    <dgm:cxn modelId="{B1B3BD38-7468-4A9D-BCDF-34E17D7D2783}" type="presParOf" srcId="{ED834D4E-F08D-4CFF-90F7-A84942A99A72}" destId="{BF229E75-68D3-4FCB-9FE7-BB50C67CECF4}" srcOrd="3" destOrd="0" presId="urn:microsoft.com/office/officeart/2018/2/layout/IconVerticalSolidList"/>
    <dgm:cxn modelId="{6732DEB9-6CDB-453A-ACAA-C91EFB835B65}" type="presParOf" srcId="{ED834D4E-F08D-4CFF-90F7-A84942A99A72}" destId="{811F3364-E1F6-4EB9-8AFC-8E161FF00374}" srcOrd="4" destOrd="0" presId="urn:microsoft.com/office/officeart/2018/2/layout/IconVerticalSolidList"/>
    <dgm:cxn modelId="{C51F3BC7-0D18-422F-B2C6-8DC62B8E8F7A}" type="presParOf" srcId="{811F3364-E1F6-4EB9-8AFC-8E161FF00374}" destId="{DE2E5FA9-2510-4BD7-BF9F-5B8A4447649C}" srcOrd="0" destOrd="0" presId="urn:microsoft.com/office/officeart/2018/2/layout/IconVerticalSolidList"/>
    <dgm:cxn modelId="{0F6233E9-9F39-46CB-8458-AB67401BF49F}" type="presParOf" srcId="{811F3364-E1F6-4EB9-8AFC-8E161FF00374}" destId="{DCFE2CFC-A90D-46BC-AE8D-5026C91FC992}" srcOrd="1" destOrd="0" presId="urn:microsoft.com/office/officeart/2018/2/layout/IconVerticalSolidList"/>
    <dgm:cxn modelId="{86834EC0-0FFE-4CC1-8819-C71E3E4425AC}" type="presParOf" srcId="{811F3364-E1F6-4EB9-8AFC-8E161FF00374}" destId="{12AD23C0-AD07-4738-BF38-8EABD61C6B79}" srcOrd="2" destOrd="0" presId="urn:microsoft.com/office/officeart/2018/2/layout/IconVerticalSolidList"/>
    <dgm:cxn modelId="{5A7833C9-F08D-4280-87BE-9922A213DC5A}" type="presParOf" srcId="{811F3364-E1F6-4EB9-8AFC-8E161FF00374}" destId="{A2B3B8A0-BDD4-4CC5-89DE-8E3D40BC1811}" srcOrd="3" destOrd="0" presId="urn:microsoft.com/office/officeart/2018/2/layout/IconVerticalSolidList"/>
    <dgm:cxn modelId="{61F3CEF3-4A70-4B84-A9F0-3BE31019CC03}" type="presParOf" srcId="{ED834D4E-F08D-4CFF-90F7-A84942A99A72}" destId="{BF44923A-D50B-4765-A470-C5D9A03321C7}" srcOrd="5" destOrd="0" presId="urn:microsoft.com/office/officeart/2018/2/layout/IconVerticalSolidList"/>
    <dgm:cxn modelId="{2B282646-2951-4B88-8D5B-D7715D6ADBA7}" type="presParOf" srcId="{ED834D4E-F08D-4CFF-90F7-A84942A99A72}" destId="{384F09AF-8F91-48EE-841A-E61CC9BE4BDC}" srcOrd="6" destOrd="0" presId="urn:microsoft.com/office/officeart/2018/2/layout/IconVerticalSolidList"/>
    <dgm:cxn modelId="{D878D467-2888-43C5-B7A4-B4123488A6BF}" type="presParOf" srcId="{384F09AF-8F91-48EE-841A-E61CC9BE4BDC}" destId="{70D8593A-878A-4B18-A78B-CB1280A35571}" srcOrd="0" destOrd="0" presId="urn:microsoft.com/office/officeart/2018/2/layout/IconVerticalSolidList"/>
    <dgm:cxn modelId="{64C59A53-C5CF-4D6C-A811-9F10C8C8E9B5}" type="presParOf" srcId="{384F09AF-8F91-48EE-841A-E61CC9BE4BDC}" destId="{7E75C52E-6573-4A83-82EA-6D21C3FB6159}" srcOrd="1" destOrd="0" presId="urn:microsoft.com/office/officeart/2018/2/layout/IconVerticalSolidList"/>
    <dgm:cxn modelId="{2A62D96D-59C5-4261-AD90-EE577D985DCC}" type="presParOf" srcId="{384F09AF-8F91-48EE-841A-E61CC9BE4BDC}" destId="{69F7EFE1-C88D-4473-A626-0CD8293771F4}" srcOrd="2" destOrd="0" presId="urn:microsoft.com/office/officeart/2018/2/layout/IconVerticalSolidList"/>
    <dgm:cxn modelId="{B7136C06-426F-4101-8781-8AA7FB36C986}" type="presParOf" srcId="{384F09AF-8F91-48EE-841A-E61CC9BE4BDC}" destId="{AD91DF68-C89E-4877-A2FB-67B4554F6AB5}" srcOrd="3" destOrd="0" presId="urn:microsoft.com/office/officeart/2018/2/layout/IconVerticalSolidList"/>
    <dgm:cxn modelId="{0FCC17AD-3052-4EF8-BC98-D420D31EE8AB}" type="presParOf" srcId="{ED834D4E-F08D-4CFF-90F7-A84942A99A72}" destId="{9A13FD57-DFE9-45E3-8AA1-D50314D27A50}" srcOrd="7" destOrd="0" presId="urn:microsoft.com/office/officeart/2018/2/layout/IconVerticalSolidList"/>
    <dgm:cxn modelId="{AA27071A-F3CB-46AE-ABC3-00D36014AA8E}" type="presParOf" srcId="{ED834D4E-F08D-4CFF-90F7-A84942A99A72}" destId="{649B92AB-EC9C-4A91-9D1D-0EC0991B3E97}" srcOrd="8" destOrd="0" presId="urn:microsoft.com/office/officeart/2018/2/layout/IconVerticalSolidList"/>
    <dgm:cxn modelId="{75251F18-D641-4895-9826-8FEC48D22190}" type="presParOf" srcId="{649B92AB-EC9C-4A91-9D1D-0EC0991B3E97}" destId="{154CD9F5-9004-4A11-A2A4-E09F8B61C44B}" srcOrd="0" destOrd="0" presId="urn:microsoft.com/office/officeart/2018/2/layout/IconVerticalSolidList"/>
    <dgm:cxn modelId="{C325E1CA-57A4-4632-8E6F-340DF098BC4C}" type="presParOf" srcId="{649B92AB-EC9C-4A91-9D1D-0EC0991B3E97}" destId="{4A0F82B6-CFFF-4752-82EF-FFA17840C0AB}" srcOrd="1" destOrd="0" presId="urn:microsoft.com/office/officeart/2018/2/layout/IconVerticalSolidList"/>
    <dgm:cxn modelId="{5AF08527-C19F-4F6A-847E-9840CF529DF9}" type="presParOf" srcId="{649B92AB-EC9C-4A91-9D1D-0EC0991B3E97}" destId="{F785840F-2AD6-420F-962C-B1C8D43A12E7}" srcOrd="2" destOrd="0" presId="urn:microsoft.com/office/officeart/2018/2/layout/IconVerticalSolidList"/>
    <dgm:cxn modelId="{6CAC3178-E41F-4629-BC5C-885E0EAF8906}" type="presParOf" srcId="{649B92AB-EC9C-4A91-9D1D-0EC0991B3E97}" destId="{2C8B290A-C364-4284-BEC1-04A84F08036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2F6BEC7-8BBB-43D3-B5A4-875A030C5482}" type="doc">
      <dgm:prSet loTypeId="urn:microsoft.com/office/officeart/2018/2/layout/IconVerticalSolidList" loCatId="icon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0A77734E-719D-45FC-88B3-6594CB761B1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VirtualBox/VMware with two VMs:</a:t>
          </a:r>
        </a:p>
      </dgm:t>
    </dgm:pt>
    <dgm:pt modelId="{3801AE79-C23F-407E-AE28-1830F33C733A}" type="parTrans" cxnId="{774A997A-E91C-4324-9006-120229F7A560}">
      <dgm:prSet/>
      <dgm:spPr/>
      <dgm:t>
        <a:bodyPr/>
        <a:lstStyle/>
        <a:p>
          <a:endParaRPr lang="en-US"/>
        </a:p>
      </dgm:t>
    </dgm:pt>
    <dgm:pt modelId="{33F263BE-02B8-401C-8194-2227E37DF99A}" type="sibTrans" cxnId="{774A997A-E91C-4324-9006-120229F7A56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E5E2F0D-51A1-43EA-9927-38E095519BB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Target VM: Ubuntu + Snort + SSH service</a:t>
          </a:r>
        </a:p>
      </dgm:t>
    </dgm:pt>
    <dgm:pt modelId="{0DF1B57A-4F37-4D0C-BD05-597FCD29ED9E}" type="parTrans" cxnId="{D09CA7F4-DC63-494C-98C1-E430AE38CF52}">
      <dgm:prSet/>
      <dgm:spPr/>
      <dgm:t>
        <a:bodyPr/>
        <a:lstStyle/>
        <a:p>
          <a:endParaRPr lang="en-US"/>
        </a:p>
      </dgm:t>
    </dgm:pt>
    <dgm:pt modelId="{FE9F7660-EC77-41AC-B03D-827EA9BDA01C}" type="sibTrans" cxnId="{D09CA7F4-DC63-494C-98C1-E430AE38CF5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0565213-52AD-4CFF-8B0B-8DB0D32A5A7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Attacker VM: Kali Linux with Nmap, Hydra</a:t>
          </a:r>
        </a:p>
      </dgm:t>
    </dgm:pt>
    <dgm:pt modelId="{F4923386-4A48-4253-A116-80A561DDA13C}" type="parTrans" cxnId="{3104843C-B962-43F3-AE3D-3BFFD8DD5CA3}">
      <dgm:prSet/>
      <dgm:spPr/>
      <dgm:t>
        <a:bodyPr/>
        <a:lstStyle/>
        <a:p>
          <a:endParaRPr lang="en-US"/>
        </a:p>
      </dgm:t>
    </dgm:pt>
    <dgm:pt modelId="{0B62E0DD-2552-497E-89B1-B9D88F743CF9}" type="sibTrans" cxnId="{3104843C-B962-43F3-AE3D-3BFFD8DD5CA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4354C9F-2664-42E5-84C9-8D0EA8CBF4A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Network Mode: Bridged</a:t>
          </a:r>
        </a:p>
      </dgm:t>
    </dgm:pt>
    <dgm:pt modelId="{F89BB716-6677-43F5-ACDE-3EC29A025CBA}" type="parTrans" cxnId="{5F53A77C-9736-476B-B41F-18690186BC5A}">
      <dgm:prSet/>
      <dgm:spPr/>
      <dgm:t>
        <a:bodyPr/>
        <a:lstStyle/>
        <a:p>
          <a:endParaRPr lang="en-US"/>
        </a:p>
      </dgm:t>
    </dgm:pt>
    <dgm:pt modelId="{89D8A220-96F1-42ED-9F48-4F0329D7E044}" type="sibTrans" cxnId="{5F53A77C-9736-476B-B41F-18690186BC5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87CC1CD-0A75-4C0A-B658-833EEBF5AE2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Snort monitoring traffic on target VM interface</a:t>
          </a:r>
        </a:p>
      </dgm:t>
    </dgm:pt>
    <dgm:pt modelId="{EE7E87BA-7896-41D2-926C-3CD2DD67F700}" type="parTrans" cxnId="{1127361E-8C91-4F90-96D8-3927354F75A8}">
      <dgm:prSet/>
      <dgm:spPr/>
      <dgm:t>
        <a:bodyPr/>
        <a:lstStyle/>
        <a:p>
          <a:endParaRPr lang="en-US"/>
        </a:p>
      </dgm:t>
    </dgm:pt>
    <dgm:pt modelId="{1F695C8D-442C-41E5-8F48-AFA944737900}" type="sibTrans" cxnId="{1127361E-8C91-4F90-96D8-3927354F75A8}">
      <dgm:prSet/>
      <dgm:spPr/>
      <dgm:t>
        <a:bodyPr/>
        <a:lstStyle/>
        <a:p>
          <a:endParaRPr lang="en-US"/>
        </a:p>
      </dgm:t>
    </dgm:pt>
    <dgm:pt modelId="{1E6F938F-D167-4EE0-9553-4DBFEFEF1DFD}" type="pres">
      <dgm:prSet presAssocID="{F2F6BEC7-8BBB-43D3-B5A4-875A030C5482}" presName="root" presStyleCnt="0">
        <dgm:presLayoutVars>
          <dgm:dir/>
          <dgm:resizeHandles val="exact"/>
        </dgm:presLayoutVars>
      </dgm:prSet>
      <dgm:spPr/>
    </dgm:pt>
    <dgm:pt modelId="{409C95CD-5235-41A4-B93A-8B72FCD60878}" type="pres">
      <dgm:prSet presAssocID="{0A77734E-719D-45FC-88B3-6594CB761B14}" presName="compNode" presStyleCnt="0"/>
      <dgm:spPr/>
    </dgm:pt>
    <dgm:pt modelId="{C50828C6-D6CE-48E7-8813-F6DFAF788FE8}" type="pres">
      <dgm:prSet presAssocID="{0A77734E-719D-45FC-88B3-6594CB761B14}" presName="bgRect" presStyleLbl="bgShp" presStyleIdx="0" presStyleCnt="5"/>
      <dgm:spPr/>
    </dgm:pt>
    <dgm:pt modelId="{5D36CB72-D7A4-44B2-812F-72BAE7EC7C69}" type="pres">
      <dgm:prSet presAssocID="{0A77734E-719D-45FC-88B3-6594CB761B14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22CDA50B-21B3-4E63-B5DF-32A0FCFBCAE1}" type="pres">
      <dgm:prSet presAssocID="{0A77734E-719D-45FC-88B3-6594CB761B14}" presName="spaceRect" presStyleCnt="0"/>
      <dgm:spPr/>
    </dgm:pt>
    <dgm:pt modelId="{45A17079-66A3-49C3-B2DA-138047F4A56C}" type="pres">
      <dgm:prSet presAssocID="{0A77734E-719D-45FC-88B3-6594CB761B14}" presName="parTx" presStyleLbl="revTx" presStyleIdx="0" presStyleCnt="5">
        <dgm:presLayoutVars>
          <dgm:chMax val="0"/>
          <dgm:chPref val="0"/>
        </dgm:presLayoutVars>
      </dgm:prSet>
      <dgm:spPr/>
    </dgm:pt>
    <dgm:pt modelId="{F560BE8A-5A89-4C0B-AE62-E1C5A03069C1}" type="pres">
      <dgm:prSet presAssocID="{33F263BE-02B8-401C-8194-2227E37DF99A}" presName="sibTrans" presStyleCnt="0"/>
      <dgm:spPr/>
    </dgm:pt>
    <dgm:pt modelId="{2DF641CB-FE41-4AB4-A582-478FA0DED69C}" type="pres">
      <dgm:prSet presAssocID="{6E5E2F0D-51A1-43EA-9927-38E095519BB3}" presName="compNode" presStyleCnt="0"/>
      <dgm:spPr/>
    </dgm:pt>
    <dgm:pt modelId="{C244A240-3ECF-4A2E-93A4-5D58940D1DF4}" type="pres">
      <dgm:prSet presAssocID="{6E5E2F0D-51A1-43EA-9927-38E095519BB3}" presName="bgRect" presStyleLbl="bgShp" presStyleIdx="1" presStyleCnt="5"/>
      <dgm:spPr/>
    </dgm:pt>
    <dgm:pt modelId="{A795C788-97D3-43A6-9186-4F31195B535F}" type="pres">
      <dgm:prSet presAssocID="{6E5E2F0D-51A1-43EA-9927-38E095519BB3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1EA69689-6F66-4F55-AE12-6949FB091AF0}" type="pres">
      <dgm:prSet presAssocID="{6E5E2F0D-51A1-43EA-9927-38E095519BB3}" presName="spaceRect" presStyleCnt="0"/>
      <dgm:spPr/>
    </dgm:pt>
    <dgm:pt modelId="{E1A3506F-A1C1-48E2-812A-46FEC8D4087C}" type="pres">
      <dgm:prSet presAssocID="{6E5E2F0D-51A1-43EA-9927-38E095519BB3}" presName="parTx" presStyleLbl="revTx" presStyleIdx="1" presStyleCnt="5">
        <dgm:presLayoutVars>
          <dgm:chMax val="0"/>
          <dgm:chPref val="0"/>
        </dgm:presLayoutVars>
      </dgm:prSet>
      <dgm:spPr/>
    </dgm:pt>
    <dgm:pt modelId="{99212351-E2FF-4204-B974-AA3AC973DD4E}" type="pres">
      <dgm:prSet presAssocID="{FE9F7660-EC77-41AC-B03D-827EA9BDA01C}" presName="sibTrans" presStyleCnt="0"/>
      <dgm:spPr/>
    </dgm:pt>
    <dgm:pt modelId="{C6316873-E4CA-43F9-B0E8-20A9FDDEE604}" type="pres">
      <dgm:prSet presAssocID="{90565213-52AD-4CFF-8B0B-8DB0D32A5A72}" presName="compNode" presStyleCnt="0"/>
      <dgm:spPr/>
    </dgm:pt>
    <dgm:pt modelId="{D989CC80-66CB-4D25-8CCA-714F1AA13BAD}" type="pres">
      <dgm:prSet presAssocID="{90565213-52AD-4CFF-8B0B-8DB0D32A5A72}" presName="bgRect" presStyleLbl="bgShp" presStyleIdx="2" presStyleCnt="5"/>
      <dgm:spPr/>
    </dgm:pt>
    <dgm:pt modelId="{82915B28-1994-4447-8579-AAB75667A09B}" type="pres">
      <dgm:prSet presAssocID="{90565213-52AD-4CFF-8B0B-8DB0D32A5A72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ortune Cookie"/>
        </a:ext>
      </dgm:extLst>
    </dgm:pt>
    <dgm:pt modelId="{2D5106CC-5EE1-4307-B8AE-A3B094A63DD9}" type="pres">
      <dgm:prSet presAssocID="{90565213-52AD-4CFF-8B0B-8DB0D32A5A72}" presName="spaceRect" presStyleCnt="0"/>
      <dgm:spPr/>
    </dgm:pt>
    <dgm:pt modelId="{CF58BB93-BE0D-46ED-BD81-D69A52B47169}" type="pres">
      <dgm:prSet presAssocID="{90565213-52AD-4CFF-8B0B-8DB0D32A5A72}" presName="parTx" presStyleLbl="revTx" presStyleIdx="2" presStyleCnt="5">
        <dgm:presLayoutVars>
          <dgm:chMax val="0"/>
          <dgm:chPref val="0"/>
        </dgm:presLayoutVars>
      </dgm:prSet>
      <dgm:spPr/>
    </dgm:pt>
    <dgm:pt modelId="{BFB9339A-E3D4-4251-8F11-F2F03829A52D}" type="pres">
      <dgm:prSet presAssocID="{0B62E0DD-2552-497E-89B1-B9D88F743CF9}" presName="sibTrans" presStyleCnt="0"/>
      <dgm:spPr/>
    </dgm:pt>
    <dgm:pt modelId="{EEA4A74C-16F8-44C9-92AC-149EA8539566}" type="pres">
      <dgm:prSet presAssocID="{44354C9F-2664-42E5-84C9-8D0EA8CBF4AD}" presName="compNode" presStyleCnt="0"/>
      <dgm:spPr/>
    </dgm:pt>
    <dgm:pt modelId="{EAC8FD54-C308-43AB-92F1-4FA979F0166C}" type="pres">
      <dgm:prSet presAssocID="{44354C9F-2664-42E5-84C9-8D0EA8CBF4AD}" presName="bgRect" presStyleLbl="bgShp" presStyleIdx="3" presStyleCnt="5"/>
      <dgm:spPr/>
    </dgm:pt>
    <dgm:pt modelId="{2A64913E-DE35-4DEA-A2D4-273D923F4DAD}" type="pres">
      <dgm:prSet presAssocID="{44354C9F-2664-42E5-84C9-8D0EA8CBF4AD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ridge scene"/>
        </a:ext>
      </dgm:extLst>
    </dgm:pt>
    <dgm:pt modelId="{5DC997FA-A851-4803-B689-D3E92972F2C2}" type="pres">
      <dgm:prSet presAssocID="{44354C9F-2664-42E5-84C9-8D0EA8CBF4AD}" presName="spaceRect" presStyleCnt="0"/>
      <dgm:spPr/>
    </dgm:pt>
    <dgm:pt modelId="{F4280944-8067-431D-9C82-C92394E7A037}" type="pres">
      <dgm:prSet presAssocID="{44354C9F-2664-42E5-84C9-8D0EA8CBF4AD}" presName="parTx" presStyleLbl="revTx" presStyleIdx="3" presStyleCnt="5">
        <dgm:presLayoutVars>
          <dgm:chMax val="0"/>
          <dgm:chPref val="0"/>
        </dgm:presLayoutVars>
      </dgm:prSet>
      <dgm:spPr/>
    </dgm:pt>
    <dgm:pt modelId="{FC083679-D6A3-44B7-9237-E3842DB88435}" type="pres">
      <dgm:prSet presAssocID="{89D8A220-96F1-42ED-9F48-4F0329D7E044}" presName="sibTrans" presStyleCnt="0"/>
      <dgm:spPr/>
    </dgm:pt>
    <dgm:pt modelId="{D30629F7-76A3-400E-8FBB-9AA1BEDDCE31}" type="pres">
      <dgm:prSet presAssocID="{887CC1CD-0A75-4C0A-B658-833EEBF5AE27}" presName="compNode" presStyleCnt="0"/>
      <dgm:spPr/>
    </dgm:pt>
    <dgm:pt modelId="{657B7E1C-A71D-49AC-9478-E72C4D9D4D67}" type="pres">
      <dgm:prSet presAssocID="{887CC1CD-0A75-4C0A-B658-833EEBF5AE27}" presName="bgRect" presStyleLbl="bgShp" presStyleIdx="4" presStyleCnt="5"/>
      <dgm:spPr/>
    </dgm:pt>
    <dgm:pt modelId="{ABD2FCE0-4384-43F9-8710-DF01C048C4F0}" type="pres">
      <dgm:prSet presAssocID="{887CC1CD-0A75-4C0A-B658-833EEBF5AE27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g"/>
        </a:ext>
      </dgm:extLst>
    </dgm:pt>
    <dgm:pt modelId="{4B7D9D01-07B3-4830-98B1-83E113AFA34F}" type="pres">
      <dgm:prSet presAssocID="{887CC1CD-0A75-4C0A-B658-833EEBF5AE27}" presName="spaceRect" presStyleCnt="0"/>
      <dgm:spPr/>
    </dgm:pt>
    <dgm:pt modelId="{5AD8270F-1A25-4806-A9AE-335789ED1532}" type="pres">
      <dgm:prSet presAssocID="{887CC1CD-0A75-4C0A-B658-833EEBF5AE27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F8B8721A-F83C-40BB-BD82-465D78917AAF}" type="presOf" srcId="{0A77734E-719D-45FC-88B3-6594CB761B14}" destId="{45A17079-66A3-49C3-B2DA-138047F4A56C}" srcOrd="0" destOrd="0" presId="urn:microsoft.com/office/officeart/2018/2/layout/IconVerticalSolidList"/>
    <dgm:cxn modelId="{1127361E-8C91-4F90-96D8-3927354F75A8}" srcId="{F2F6BEC7-8BBB-43D3-B5A4-875A030C5482}" destId="{887CC1CD-0A75-4C0A-B658-833EEBF5AE27}" srcOrd="4" destOrd="0" parTransId="{EE7E87BA-7896-41D2-926C-3CD2DD67F700}" sibTransId="{1F695C8D-442C-41E5-8F48-AFA944737900}"/>
    <dgm:cxn modelId="{3104843C-B962-43F3-AE3D-3BFFD8DD5CA3}" srcId="{F2F6BEC7-8BBB-43D3-B5A4-875A030C5482}" destId="{90565213-52AD-4CFF-8B0B-8DB0D32A5A72}" srcOrd="2" destOrd="0" parTransId="{F4923386-4A48-4253-A116-80A561DDA13C}" sibTransId="{0B62E0DD-2552-497E-89B1-B9D88F743CF9}"/>
    <dgm:cxn modelId="{890AB969-3DF8-4BEA-B007-B8D7D8E6165F}" type="presOf" srcId="{887CC1CD-0A75-4C0A-B658-833EEBF5AE27}" destId="{5AD8270F-1A25-4806-A9AE-335789ED1532}" srcOrd="0" destOrd="0" presId="urn:microsoft.com/office/officeart/2018/2/layout/IconVerticalSolidList"/>
    <dgm:cxn modelId="{8525B44F-DCBF-43D7-BEC5-F57D11D4109E}" type="presOf" srcId="{90565213-52AD-4CFF-8B0B-8DB0D32A5A72}" destId="{CF58BB93-BE0D-46ED-BD81-D69A52B47169}" srcOrd="0" destOrd="0" presId="urn:microsoft.com/office/officeart/2018/2/layout/IconVerticalSolidList"/>
    <dgm:cxn modelId="{D9A88C76-C650-4F0B-AD2A-AC336D6F4F57}" type="presOf" srcId="{44354C9F-2664-42E5-84C9-8D0EA8CBF4AD}" destId="{F4280944-8067-431D-9C82-C92394E7A037}" srcOrd="0" destOrd="0" presId="urn:microsoft.com/office/officeart/2018/2/layout/IconVerticalSolidList"/>
    <dgm:cxn modelId="{774A997A-E91C-4324-9006-120229F7A560}" srcId="{F2F6BEC7-8BBB-43D3-B5A4-875A030C5482}" destId="{0A77734E-719D-45FC-88B3-6594CB761B14}" srcOrd="0" destOrd="0" parTransId="{3801AE79-C23F-407E-AE28-1830F33C733A}" sibTransId="{33F263BE-02B8-401C-8194-2227E37DF99A}"/>
    <dgm:cxn modelId="{5F53A77C-9736-476B-B41F-18690186BC5A}" srcId="{F2F6BEC7-8BBB-43D3-B5A4-875A030C5482}" destId="{44354C9F-2664-42E5-84C9-8D0EA8CBF4AD}" srcOrd="3" destOrd="0" parTransId="{F89BB716-6677-43F5-ACDE-3EC29A025CBA}" sibTransId="{89D8A220-96F1-42ED-9F48-4F0329D7E044}"/>
    <dgm:cxn modelId="{42C77BCD-B386-4B15-85F1-00E7EB313099}" type="presOf" srcId="{6E5E2F0D-51A1-43EA-9927-38E095519BB3}" destId="{E1A3506F-A1C1-48E2-812A-46FEC8D4087C}" srcOrd="0" destOrd="0" presId="urn:microsoft.com/office/officeart/2018/2/layout/IconVerticalSolidList"/>
    <dgm:cxn modelId="{73F04BD1-FCDA-40EE-A05B-F9CFD53B0805}" type="presOf" srcId="{F2F6BEC7-8BBB-43D3-B5A4-875A030C5482}" destId="{1E6F938F-D167-4EE0-9553-4DBFEFEF1DFD}" srcOrd="0" destOrd="0" presId="urn:microsoft.com/office/officeart/2018/2/layout/IconVerticalSolidList"/>
    <dgm:cxn modelId="{D09CA7F4-DC63-494C-98C1-E430AE38CF52}" srcId="{F2F6BEC7-8BBB-43D3-B5A4-875A030C5482}" destId="{6E5E2F0D-51A1-43EA-9927-38E095519BB3}" srcOrd="1" destOrd="0" parTransId="{0DF1B57A-4F37-4D0C-BD05-597FCD29ED9E}" sibTransId="{FE9F7660-EC77-41AC-B03D-827EA9BDA01C}"/>
    <dgm:cxn modelId="{B1FE1427-98D5-4C25-9CB4-9EF95933B4AF}" type="presParOf" srcId="{1E6F938F-D167-4EE0-9553-4DBFEFEF1DFD}" destId="{409C95CD-5235-41A4-B93A-8B72FCD60878}" srcOrd="0" destOrd="0" presId="urn:microsoft.com/office/officeart/2018/2/layout/IconVerticalSolidList"/>
    <dgm:cxn modelId="{6BFF41D1-5CB2-4F88-8990-75D67B7906BF}" type="presParOf" srcId="{409C95CD-5235-41A4-B93A-8B72FCD60878}" destId="{C50828C6-D6CE-48E7-8813-F6DFAF788FE8}" srcOrd="0" destOrd="0" presId="urn:microsoft.com/office/officeart/2018/2/layout/IconVerticalSolidList"/>
    <dgm:cxn modelId="{F975B41C-784E-4874-AF63-D10207A3CF69}" type="presParOf" srcId="{409C95CD-5235-41A4-B93A-8B72FCD60878}" destId="{5D36CB72-D7A4-44B2-812F-72BAE7EC7C69}" srcOrd="1" destOrd="0" presId="urn:microsoft.com/office/officeart/2018/2/layout/IconVerticalSolidList"/>
    <dgm:cxn modelId="{B175CDBC-22E6-4667-A194-BA962C735CFD}" type="presParOf" srcId="{409C95CD-5235-41A4-B93A-8B72FCD60878}" destId="{22CDA50B-21B3-4E63-B5DF-32A0FCFBCAE1}" srcOrd="2" destOrd="0" presId="urn:microsoft.com/office/officeart/2018/2/layout/IconVerticalSolidList"/>
    <dgm:cxn modelId="{CD147438-C85C-4A0C-B215-C4CAF5C2D6FA}" type="presParOf" srcId="{409C95CD-5235-41A4-B93A-8B72FCD60878}" destId="{45A17079-66A3-49C3-B2DA-138047F4A56C}" srcOrd="3" destOrd="0" presId="urn:microsoft.com/office/officeart/2018/2/layout/IconVerticalSolidList"/>
    <dgm:cxn modelId="{A83EA8DA-3AC9-4861-823E-9F1ABF974A65}" type="presParOf" srcId="{1E6F938F-D167-4EE0-9553-4DBFEFEF1DFD}" destId="{F560BE8A-5A89-4C0B-AE62-E1C5A03069C1}" srcOrd="1" destOrd="0" presId="urn:microsoft.com/office/officeart/2018/2/layout/IconVerticalSolidList"/>
    <dgm:cxn modelId="{194BAA05-8DC4-49F3-A6DC-A88FDE908B7B}" type="presParOf" srcId="{1E6F938F-D167-4EE0-9553-4DBFEFEF1DFD}" destId="{2DF641CB-FE41-4AB4-A582-478FA0DED69C}" srcOrd="2" destOrd="0" presId="urn:microsoft.com/office/officeart/2018/2/layout/IconVerticalSolidList"/>
    <dgm:cxn modelId="{C9EB081E-8AEF-4122-9F0E-EECA65B70BE1}" type="presParOf" srcId="{2DF641CB-FE41-4AB4-A582-478FA0DED69C}" destId="{C244A240-3ECF-4A2E-93A4-5D58940D1DF4}" srcOrd="0" destOrd="0" presId="urn:microsoft.com/office/officeart/2018/2/layout/IconVerticalSolidList"/>
    <dgm:cxn modelId="{ABD37F38-2E80-4A13-9692-561CF95A1F00}" type="presParOf" srcId="{2DF641CB-FE41-4AB4-A582-478FA0DED69C}" destId="{A795C788-97D3-43A6-9186-4F31195B535F}" srcOrd="1" destOrd="0" presId="urn:microsoft.com/office/officeart/2018/2/layout/IconVerticalSolidList"/>
    <dgm:cxn modelId="{DAAF36CC-2811-40C4-AE27-892F53E1F9FD}" type="presParOf" srcId="{2DF641CB-FE41-4AB4-A582-478FA0DED69C}" destId="{1EA69689-6F66-4F55-AE12-6949FB091AF0}" srcOrd="2" destOrd="0" presId="urn:microsoft.com/office/officeart/2018/2/layout/IconVerticalSolidList"/>
    <dgm:cxn modelId="{5B6BC969-C659-4797-B1A2-83E7BFF6DB77}" type="presParOf" srcId="{2DF641CB-FE41-4AB4-A582-478FA0DED69C}" destId="{E1A3506F-A1C1-48E2-812A-46FEC8D4087C}" srcOrd="3" destOrd="0" presId="urn:microsoft.com/office/officeart/2018/2/layout/IconVerticalSolidList"/>
    <dgm:cxn modelId="{6726AE27-8262-4A68-BAAE-0405C43D7A80}" type="presParOf" srcId="{1E6F938F-D167-4EE0-9553-4DBFEFEF1DFD}" destId="{99212351-E2FF-4204-B974-AA3AC973DD4E}" srcOrd="3" destOrd="0" presId="urn:microsoft.com/office/officeart/2018/2/layout/IconVerticalSolidList"/>
    <dgm:cxn modelId="{82C581BD-53EA-4834-8FDC-261F4AE555F2}" type="presParOf" srcId="{1E6F938F-D167-4EE0-9553-4DBFEFEF1DFD}" destId="{C6316873-E4CA-43F9-B0E8-20A9FDDEE604}" srcOrd="4" destOrd="0" presId="urn:microsoft.com/office/officeart/2018/2/layout/IconVerticalSolidList"/>
    <dgm:cxn modelId="{513E3FC5-3196-429B-AE09-8B05C72C2876}" type="presParOf" srcId="{C6316873-E4CA-43F9-B0E8-20A9FDDEE604}" destId="{D989CC80-66CB-4D25-8CCA-714F1AA13BAD}" srcOrd="0" destOrd="0" presId="urn:microsoft.com/office/officeart/2018/2/layout/IconVerticalSolidList"/>
    <dgm:cxn modelId="{D389BB06-4672-45A3-9D2E-2F7AEE63EF97}" type="presParOf" srcId="{C6316873-E4CA-43F9-B0E8-20A9FDDEE604}" destId="{82915B28-1994-4447-8579-AAB75667A09B}" srcOrd="1" destOrd="0" presId="urn:microsoft.com/office/officeart/2018/2/layout/IconVerticalSolidList"/>
    <dgm:cxn modelId="{D8579286-685D-4000-B42B-8D29F0D0FE1B}" type="presParOf" srcId="{C6316873-E4CA-43F9-B0E8-20A9FDDEE604}" destId="{2D5106CC-5EE1-4307-B8AE-A3B094A63DD9}" srcOrd="2" destOrd="0" presId="urn:microsoft.com/office/officeart/2018/2/layout/IconVerticalSolidList"/>
    <dgm:cxn modelId="{01CE1ADA-B76D-4A63-973D-DF068D5275B2}" type="presParOf" srcId="{C6316873-E4CA-43F9-B0E8-20A9FDDEE604}" destId="{CF58BB93-BE0D-46ED-BD81-D69A52B47169}" srcOrd="3" destOrd="0" presId="urn:microsoft.com/office/officeart/2018/2/layout/IconVerticalSolidList"/>
    <dgm:cxn modelId="{F3CB332D-DA60-4067-832E-1422BCC1E649}" type="presParOf" srcId="{1E6F938F-D167-4EE0-9553-4DBFEFEF1DFD}" destId="{BFB9339A-E3D4-4251-8F11-F2F03829A52D}" srcOrd="5" destOrd="0" presId="urn:microsoft.com/office/officeart/2018/2/layout/IconVerticalSolidList"/>
    <dgm:cxn modelId="{EC97A7C9-294A-46ED-9999-71E2B13CCD0E}" type="presParOf" srcId="{1E6F938F-D167-4EE0-9553-4DBFEFEF1DFD}" destId="{EEA4A74C-16F8-44C9-92AC-149EA8539566}" srcOrd="6" destOrd="0" presId="urn:microsoft.com/office/officeart/2018/2/layout/IconVerticalSolidList"/>
    <dgm:cxn modelId="{F7BA81C3-3531-4885-80F8-B6D09DA14C5B}" type="presParOf" srcId="{EEA4A74C-16F8-44C9-92AC-149EA8539566}" destId="{EAC8FD54-C308-43AB-92F1-4FA979F0166C}" srcOrd="0" destOrd="0" presId="urn:microsoft.com/office/officeart/2018/2/layout/IconVerticalSolidList"/>
    <dgm:cxn modelId="{D6276083-0A87-4256-9CE4-8F0F8057743F}" type="presParOf" srcId="{EEA4A74C-16F8-44C9-92AC-149EA8539566}" destId="{2A64913E-DE35-4DEA-A2D4-273D923F4DAD}" srcOrd="1" destOrd="0" presId="urn:microsoft.com/office/officeart/2018/2/layout/IconVerticalSolidList"/>
    <dgm:cxn modelId="{220CB7ED-6993-44A7-B113-35C8BCF17CC4}" type="presParOf" srcId="{EEA4A74C-16F8-44C9-92AC-149EA8539566}" destId="{5DC997FA-A851-4803-B689-D3E92972F2C2}" srcOrd="2" destOrd="0" presId="urn:microsoft.com/office/officeart/2018/2/layout/IconVerticalSolidList"/>
    <dgm:cxn modelId="{168738EC-33A2-4735-B894-C393A53D0A6A}" type="presParOf" srcId="{EEA4A74C-16F8-44C9-92AC-149EA8539566}" destId="{F4280944-8067-431D-9C82-C92394E7A037}" srcOrd="3" destOrd="0" presId="urn:microsoft.com/office/officeart/2018/2/layout/IconVerticalSolidList"/>
    <dgm:cxn modelId="{7579D23E-A71C-4AB0-A6DB-9AB79E55FE4E}" type="presParOf" srcId="{1E6F938F-D167-4EE0-9553-4DBFEFEF1DFD}" destId="{FC083679-D6A3-44B7-9237-E3842DB88435}" srcOrd="7" destOrd="0" presId="urn:microsoft.com/office/officeart/2018/2/layout/IconVerticalSolidList"/>
    <dgm:cxn modelId="{7A57A1D8-37AE-4EA6-9CB8-748BDF8FECF0}" type="presParOf" srcId="{1E6F938F-D167-4EE0-9553-4DBFEFEF1DFD}" destId="{D30629F7-76A3-400E-8FBB-9AA1BEDDCE31}" srcOrd="8" destOrd="0" presId="urn:microsoft.com/office/officeart/2018/2/layout/IconVerticalSolidList"/>
    <dgm:cxn modelId="{9CF8B9D7-1CC8-4768-86E6-B71AFA987786}" type="presParOf" srcId="{D30629F7-76A3-400E-8FBB-9AA1BEDDCE31}" destId="{657B7E1C-A71D-49AC-9478-E72C4D9D4D67}" srcOrd="0" destOrd="0" presId="urn:microsoft.com/office/officeart/2018/2/layout/IconVerticalSolidList"/>
    <dgm:cxn modelId="{99594EB4-680C-488D-88AE-E065EFF5950C}" type="presParOf" srcId="{D30629F7-76A3-400E-8FBB-9AA1BEDDCE31}" destId="{ABD2FCE0-4384-43F9-8710-DF01C048C4F0}" srcOrd="1" destOrd="0" presId="urn:microsoft.com/office/officeart/2018/2/layout/IconVerticalSolidList"/>
    <dgm:cxn modelId="{CC001266-9F4C-446C-A1D7-9CCFFB45B0F7}" type="presParOf" srcId="{D30629F7-76A3-400E-8FBB-9AA1BEDDCE31}" destId="{4B7D9D01-07B3-4830-98B1-83E113AFA34F}" srcOrd="2" destOrd="0" presId="urn:microsoft.com/office/officeart/2018/2/layout/IconVerticalSolidList"/>
    <dgm:cxn modelId="{28ECB318-5BE1-4224-B88E-DCB0E7BBBAB7}" type="presParOf" srcId="{D30629F7-76A3-400E-8FBB-9AA1BEDDCE31}" destId="{5AD8270F-1A25-4806-A9AE-335789ED153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886FFE5-C975-42E0-B4ED-B8DD4D2802D4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2C0A373-026C-47A1-A898-F58356398DE8}">
      <dgm:prSet/>
      <dgm:spPr/>
      <dgm:t>
        <a:bodyPr/>
        <a:lstStyle/>
        <a:p>
          <a:r>
            <a:rPr lang="en-US"/>
            <a:t>• Installed Snort on Ubuntu Server</a:t>
          </a:r>
        </a:p>
      </dgm:t>
    </dgm:pt>
    <dgm:pt modelId="{1D86366D-6F04-4EA0-A742-3724FC927FFD}" type="parTrans" cxnId="{DFB29674-27C7-42B6-B7F5-BD32D41CCE75}">
      <dgm:prSet/>
      <dgm:spPr/>
      <dgm:t>
        <a:bodyPr/>
        <a:lstStyle/>
        <a:p>
          <a:endParaRPr lang="en-US"/>
        </a:p>
      </dgm:t>
    </dgm:pt>
    <dgm:pt modelId="{603D860F-9B0A-44EF-A3C2-280C6BF1F818}" type="sibTrans" cxnId="{DFB29674-27C7-42B6-B7F5-BD32D41CCE75}">
      <dgm:prSet/>
      <dgm:spPr/>
      <dgm:t>
        <a:bodyPr/>
        <a:lstStyle/>
        <a:p>
          <a:endParaRPr lang="en-US"/>
        </a:p>
      </dgm:t>
    </dgm:pt>
    <dgm:pt modelId="{BAB145D6-F717-4097-A47D-2B763B2AF185}">
      <dgm:prSet/>
      <dgm:spPr/>
      <dgm:t>
        <a:bodyPr/>
        <a:lstStyle/>
        <a:p>
          <a:r>
            <a:rPr lang="en-US"/>
            <a:t>• Configured network interface and HOME_NET</a:t>
          </a:r>
        </a:p>
      </dgm:t>
    </dgm:pt>
    <dgm:pt modelId="{37A53B27-1938-4975-86AA-BDE0D03C70FB}" type="parTrans" cxnId="{09E0D2E5-0F75-4BEA-8A24-8E07FADF81DE}">
      <dgm:prSet/>
      <dgm:spPr/>
      <dgm:t>
        <a:bodyPr/>
        <a:lstStyle/>
        <a:p>
          <a:endParaRPr lang="en-US"/>
        </a:p>
      </dgm:t>
    </dgm:pt>
    <dgm:pt modelId="{8ED77FD1-CE74-4F9E-A7D8-52A1B82985E5}" type="sibTrans" cxnId="{09E0D2E5-0F75-4BEA-8A24-8E07FADF81DE}">
      <dgm:prSet/>
      <dgm:spPr/>
      <dgm:t>
        <a:bodyPr/>
        <a:lstStyle/>
        <a:p>
          <a:endParaRPr lang="en-US"/>
        </a:p>
      </dgm:t>
    </dgm:pt>
    <dgm:pt modelId="{57C1273A-90EC-430F-8C38-128E6FBD6B92}">
      <dgm:prSet/>
      <dgm:spPr/>
      <dgm:t>
        <a:bodyPr/>
        <a:lstStyle/>
        <a:p>
          <a:r>
            <a:rPr lang="en-US"/>
            <a:t>• Verified baseline traffic detection (ping, curl)</a:t>
          </a:r>
        </a:p>
      </dgm:t>
    </dgm:pt>
    <dgm:pt modelId="{6DBAB148-772C-494E-8EB3-93F8D5DA7E50}" type="parTrans" cxnId="{E4E5B41D-0DC4-450E-9DBE-F0ED5C9A792B}">
      <dgm:prSet/>
      <dgm:spPr/>
      <dgm:t>
        <a:bodyPr/>
        <a:lstStyle/>
        <a:p>
          <a:endParaRPr lang="en-US"/>
        </a:p>
      </dgm:t>
    </dgm:pt>
    <dgm:pt modelId="{FF4CCAFF-D4AD-4F6B-BF02-E74B830C3466}" type="sibTrans" cxnId="{E4E5B41D-0DC4-450E-9DBE-F0ED5C9A792B}">
      <dgm:prSet/>
      <dgm:spPr/>
      <dgm:t>
        <a:bodyPr/>
        <a:lstStyle/>
        <a:p>
          <a:endParaRPr lang="en-US"/>
        </a:p>
      </dgm:t>
    </dgm:pt>
    <dgm:pt modelId="{3D684359-67B3-4779-80AD-5B838D3C72FA}" type="pres">
      <dgm:prSet presAssocID="{0886FFE5-C975-42E0-B4ED-B8DD4D2802D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3843107-020B-4899-8A9F-CAAE9E648B31}" type="pres">
      <dgm:prSet presAssocID="{02C0A373-026C-47A1-A898-F58356398DE8}" presName="hierRoot1" presStyleCnt="0"/>
      <dgm:spPr/>
    </dgm:pt>
    <dgm:pt modelId="{97990FF2-D3CF-42C5-A7A3-1515CDA090C6}" type="pres">
      <dgm:prSet presAssocID="{02C0A373-026C-47A1-A898-F58356398DE8}" presName="composite" presStyleCnt="0"/>
      <dgm:spPr/>
    </dgm:pt>
    <dgm:pt modelId="{5729906C-86CE-4E9F-9206-F614C6266B67}" type="pres">
      <dgm:prSet presAssocID="{02C0A373-026C-47A1-A898-F58356398DE8}" presName="background" presStyleLbl="node0" presStyleIdx="0" presStyleCnt="3"/>
      <dgm:spPr/>
    </dgm:pt>
    <dgm:pt modelId="{36477D12-7BB8-48F6-81D4-1F34CAACE6D9}" type="pres">
      <dgm:prSet presAssocID="{02C0A373-026C-47A1-A898-F58356398DE8}" presName="text" presStyleLbl="fgAcc0" presStyleIdx="0" presStyleCnt="3">
        <dgm:presLayoutVars>
          <dgm:chPref val="3"/>
        </dgm:presLayoutVars>
      </dgm:prSet>
      <dgm:spPr/>
    </dgm:pt>
    <dgm:pt modelId="{1256140B-3B6A-4361-8C21-87A96A0B195A}" type="pres">
      <dgm:prSet presAssocID="{02C0A373-026C-47A1-A898-F58356398DE8}" presName="hierChild2" presStyleCnt="0"/>
      <dgm:spPr/>
    </dgm:pt>
    <dgm:pt modelId="{2598BC0B-5928-4EC6-B8FF-F95FF0EE8F40}" type="pres">
      <dgm:prSet presAssocID="{BAB145D6-F717-4097-A47D-2B763B2AF185}" presName="hierRoot1" presStyleCnt="0"/>
      <dgm:spPr/>
    </dgm:pt>
    <dgm:pt modelId="{0601AC25-673A-4BDF-AE9C-193BE061455B}" type="pres">
      <dgm:prSet presAssocID="{BAB145D6-F717-4097-A47D-2B763B2AF185}" presName="composite" presStyleCnt="0"/>
      <dgm:spPr/>
    </dgm:pt>
    <dgm:pt modelId="{62A43090-A698-4FDB-B11A-15B4144DA8D0}" type="pres">
      <dgm:prSet presAssocID="{BAB145D6-F717-4097-A47D-2B763B2AF185}" presName="background" presStyleLbl="node0" presStyleIdx="1" presStyleCnt="3"/>
      <dgm:spPr/>
    </dgm:pt>
    <dgm:pt modelId="{8F937026-72A3-4007-9C34-E153B5CDB1BD}" type="pres">
      <dgm:prSet presAssocID="{BAB145D6-F717-4097-A47D-2B763B2AF185}" presName="text" presStyleLbl="fgAcc0" presStyleIdx="1" presStyleCnt="3">
        <dgm:presLayoutVars>
          <dgm:chPref val="3"/>
        </dgm:presLayoutVars>
      </dgm:prSet>
      <dgm:spPr/>
    </dgm:pt>
    <dgm:pt modelId="{8D1D1EEC-C39E-4755-B330-A4D556A3DA7C}" type="pres">
      <dgm:prSet presAssocID="{BAB145D6-F717-4097-A47D-2B763B2AF185}" presName="hierChild2" presStyleCnt="0"/>
      <dgm:spPr/>
    </dgm:pt>
    <dgm:pt modelId="{AE5BC6F1-EADD-4948-B1EB-580450CC54DC}" type="pres">
      <dgm:prSet presAssocID="{57C1273A-90EC-430F-8C38-128E6FBD6B92}" presName="hierRoot1" presStyleCnt="0"/>
      <dgm:spPr/>
    </dgm:pt>
    <dgm:pt modelId="{4A363FBE-4848-46B0-9A54-7084C008EBEC}" type="pres">
      <dgm:prSet presAssocID="{57C1273A-90EC-430F-8C38-128E6FBD6B92}" presName="composite" presStyleCnt="0"/>
      <dgm:spPr/>
    </dgm:pt>
    <dgm:pt modelId="{F8BD108B-D68E-4FF3-8F61-1C3FEBDDE651}" type="pres">
      <dgm:prSet presAssocID="{57C1273A-90EC-430F-8C38-128E6FBD6B92}" presName="background" presStyleLbl="node0" presStyleIdx="2" presStyleCnt="3"/>
      <dgm:spPr/>
    </dgm:pt>
    <dgm:pt modelId="{300BCF62-D919-433B-A586-5E97F4925028}" type="pres">
      <dgm:prSet presAssocID="{57C1273A-90EC-430F-8C38-128E6FBD6B92}" presName="text" presStyleLbl="fgAcc0" presStyleIdx="2" presStyleCnt="3">
        <dgm:presLayoutVars>
          <dgm:chPref val="3"/>
        </dgm:presLayoutVars>
      </dgm:prSet>
      <dgm:spPr/>
    </dgm:pt>
    <dgm:pt modelId="{B0E76B8F-1C9B-47CC-80E9-D54ED784C8D5}" type="pres">
      <dgm:prSet presAssocID="{57C1273A-90EC-430F-8C38-128E6FBD6B92}" presName="hierChild2" presStyleCnt="0"/>
      <dgm:spPr/>
    </dgm:pt>
  </dgm:ptLst>
  <dgm:cxnLst>
    <dgm:cxn modelId="{77E9AC02-DC7E-4F3F-AF83-C7B1FFB8B26B}" type="presOf" srcId="{0886FFE5-C975-42E0-B4ED-B8DD4D2802D4}" destId="{3D684359-67B3-4779-80AD-5B838D3C72FA}" srcOrd="0" destOrd="0" presId="urn:microsoft.com/office/officeart/2005/8/layout/hierarchy1"/>
    <dgm:cxn modelId="{E4E5B41D-0DC4-450E-9DBE-F0ED5C9A792B}" srcId="{0886FFE5-C975-42E0-B4ED-B8DD4D2802D4}" destId="{57C1273A-90EC-430F-8C38-128E6FBD6B92}" srcOrd="2" destOrd="0" parTransId="{6DBAB148-772C-494E-8EB3-93F8D5DA7E50}" sibTransId="{FF4CCAFF-D4AD-4F6B-BF02-E74B830C3466}"/>
    <dgm:cxn modelId="{B126DB3E-2EE3-46E5-B000-919DA1EE429F}" type="presOf" srcId="{BAB145D6-F717-4097-A47D-2B763B2AF185}" destId="{8F937026-72A3-4007-9C34-E153B5CDB1BD}" srcOrd="0" destOrd="0" presId="urn:microsoft.com/office/officeart/2005/8/layout/hierarchy1"/>
    <dgm:cxn modelId="{DFB29674-27C7-42B6-B7F5-BD32D41CCE75}" srcId="{0886FFE5-C975-42E0-B4ED-B8DD4D2802D4}" destId="{02C0A373-026C-47A1-A898-F58356398DE8}" srcOrd="0" destOrd="0" parTransId="{1D86366D-6F04-4EA0-A742-3724FC927FFD}" sibTransId="{603D860F-9B0A-44EF-A3C2-280C6BF1F818}"/>
    <dgm:cxn modelId="{9126F490-4218-43C0-AA2F-6EB9BCD1731B}" type="presOf" srcId="{02C0A373-026C-47A1-A898-F58356398DE8}" destId="{36477D12-7BB8-48F6-81D4-1F34CAACE6D9}" srcOrd="0" destOrd="0" presId="urn:microsoft.com/office/officeart/2005/8/layout/hierarchy1"/>
    <dgm:cxn modelId="{97AE3791-68F1-49D3-96F7-06D7F70719C2}" type="presOf" srcId="{57C1273A-90EC-430F-8C38-128E6FBD6B92}" destId="{300BCF62-D919-433B-A586-5E97F4925028}" srcOrd="0" destOrd="0" presId="urn:microsoft.com/office/officeart/2005/8/layout/hierarchy1"/>
    <dgm:cxn modelId="{09E0D2E5-0F75-4BEA-8A24-8E07FADF81DE}" srcId="{0886FFE5-C975-42E0-B4ED-B8DD4D2802D4}" destId="{BAB145D6-F717-4097-A47D-2B763B2AF185}" srcOrd="1" destOrd="0" parTransId="{37A53B27-1938-4975-86AA-BDE0D03C70FB}" sibTransId="{8ED77FD1-CE74-4F9E-A7D8-52A1B82985E5}"/>
    <dgm:cxn modelId="{E957B648-5751-42A0-990B-5323E37CA9BB}" type="presParOf" srcId="{3D684359-67B3-4779-80AD-5B838D3C72FA}" destId="{93843107-020B-4899-8A9F-CAAE9E648B31}" srcOrd="0" destOrd="0" presId="urn:microsoft.com/office/officeart/2005/8/layout/hierarchy1"/>
    <dgm:cxn modelId="{6DDC348C-5079-4D13-8282-E7BCBA52FD64}" type="presParOf" srcId="{93843107-020B-4899-8A9F-CAAE9E648B31}" destId="{97990FF2-D3CF-42C5-A7A3-1515CDA090C6}" srcOrd="0" destOrd="0" presId="urn:microsoft.com/office/officeart/2005/8/layout/hierarchy1"/>
    <dgm:cxn modelId="{59BF5C5A-AF89-4222-94C1-6A93867C45B3}" type="presParOf" srcId="{97990FF2-D3CF-42C5-A7A3-1515CDA090C6}" destId="{5729906C-86CE-4E9F-9206-F614C6266B67}" srcOrd="0" destOrd="0" presId="urn:microsoft.com/office/officeart/2005/8/layout/hierarchy1"/>
    <dgm:cxn modelId="{A3D5C1CE-7836-4C2F-BC01-E9AD0DE41303}" type="presParOf" srcId="{97990FF2-D3CF-42C5-A7A3-1515CDA090C6}" destId="{36477D12-7BB8-48F6-81D4-1F34CAACE6D9}" srcOrd="1" destOrd="0" presId="urn:microsoft.com/office/officeart/2005/8/layout/hierarchy1"/>
    <dgm:cxn modelId="{F43C1407-69F9-42B9-9C33-D194FE51920F}" type="presParOf" srcId="{93843107-020B-4899-8A9F-CAAE9E648B31}" destId="{1256140B-3B6A-4361-8C21-87A96A0B195A}" srcOrd="1" destOrd="0" presId="urn:microsoft.com/office/officeart/2005/8/layout/hierarchy1"/>
    <dgm:cxn modelId="{EBA2EFA6-8F7E-42E3-BFD1-6093676BB9A4}" type="presParOf" srcId="{3D684359-67B3-4779-80AD-5B838D3C72FA}" destId="{2598BC0B-5928-4EC6-B8FF-F95FF0EE8F40}" srcOrd="1" destOrd="0" presId="urn:microsoft.com/office/officeart/2005/8/layout/hierarchy1"/>
    <dgm:cxn modelId="{9A4ABFC6-3744-49E8-88EC-7204E9956E96}" type="presParOf" srcId="{2598BC0B-5928-4EC6-B8FF-F95FF0EE8F40}" destId="{0601AC25-673A-4BDF-AE9C-193BE061455B}" srcOrd="0" destOrd="0" presId="urn:microsoft.com/office/officeart/2005/8/layout/hierarchy1"/>
    <dgm:cxn modelId="{A281548B-8043-4143-93DC-5F3D9C8B8DA0}" type="presParOf" srcId="{0601AC25-673A-4BDF-AE9C-193BE061455B}" destId="{62A43090-A698-4FDB-B11A-15B4144DA8D0}" srcOrd="0" destOrd="0" presId="urn:microsoft.com/office/officeart/2005/8/layout/hierarchy1"/>
    <dgm:cxn modelId="{E66D6051-AC90-4E24-936F-031652181722}" type="presParOf" srcId="{0601AC25-673A-4BDF-AE9C-193BE061455B}" destId="{8F937026-72A3-4007-9C34-E153B5CDB1BD}" srcOrd="1" destOrd="0" presId="urn:microsoft.com/office/officeart/2005/8/layout/hierarchy1"/>
    <dgm:cxn modelId="{721A9849-2CA0-4F43-A2C2-A762D90DD788}" type="presParOf" srcId="{2598BC0B-5928-4EC6-B8FF-F95FF0EE8F40}" destId="{8D1D1EEC-C39E-4755-B330-A4D556A3DA7C}" srcOrd="1" destOrd="0" presId="urn:microsoft.com/office/officeart/2005/8/layout/hierarchy1"/>
    <dgm:cxn modelId="{695AF5FB-1460-436B-99A8-5314EF087577}" type="presParOf" srcId="{3D684359-67B3-4779-80AD-5B838D3C72FA}" destId="{AE5BC6F1-EADD-4948-B1EB-580450CC54DC}" srcOrd="2" destOrd="0" presId="urn:microsoft.com/office/officeart/2005/8/layout/hierarchy1"/>
    <dgm:cxn modelId="{87C9477C-876C-4E87-A03D-5F722FB9B929}" type="presParOf" srcId="{AE5BC6F1-EADD-4948-B1EB-580450CC54DC}" destId="{4A363FBE-4848-46B0-9A54-7084C008EBEC}" srcOrd="0" destOrd="0" presId="urn:microsoft.com/office/officeart/2005/8/layout/hierarchy1"/>
    <dgm:cxn modelId="{5847310A-39CE-4C00-8BFC-4B7612E26D6F}" type="presParOf" srcId="{4A363FBE-4848-46B0-9A54-7084C008EBEC}" destId="{F8BD108B-D68E-4FF3-8F61-1C3FEBDDE651}" srcOrd="0" destOrd="0" presId="urn:microsoft.com/office/officeart/2005/8/layout/hierarchy1"/>
    <dgm:cxn modelId="{37B21CEF-7845-4240-BD4D-C0B046C8C982}" type="presParOf" srcId="{4A363FBE-4848-46B0-9A54-7084C008EBEC}" destId="{300BCF62-D919-433B-A586-5E97F4925028}" srcOrd="1" destOrd="0" presId="urn:microsoft.com/office/officeart/2005/8/layout/hierarchy1"/>
    <dgm:cxn modelId="{40AC4094-ECD1-4C2D-AA32-1D5D189273F0}" type="presParOf" srcId="{AE5BC6F1-EADD-4948-B1EB-580450CC54DC}" destId="{B0E76B8F-1C9B-47CC-80E9-D54ED784C8D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E13BC0C-F9BF-4428-9485-5B7C9DD43155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AB37846-D381-4AAC-9B3C-AE5349C2C22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Wrote custom Snort rules for SYN, FIN, Xmas scans</a:t>
          </a:r>
        </a:p>
      </dgm:t>
    </dgm:pt>
    <dgm:pt modelId="{5D4B8599-A8CF-44FC-897C-063492909741}" type="parTrans" cxnId="{964E24D9-FBBB-48BB-81A9-E6CB65807B09}">
      <dgm:prSet/>
      <dgm:spPr/>
      <dgm:t>
        <a:bodyPr/>
        <a:lstStyle/>
        <a:p>
          <a:endParaRPr lang="en-US"/>
        </a:p>
      </dgm:t>
    </dgm:pt>
    <dgm:pt modelId="{F64131A2-D013-4B86-84E0-51A90A31160F}" type="sibTrans" cxnId="{964E24D9-FBBB-48BB-81A9-E6CB65807B09}">
      <dgm:prSet/>
      <dgm:spPr/>
      <dgm:t>
        <a:bodyPr/>
        <a:lstStyle/>
        <a:p>
          <a:endParaRPr lang="en-US"/>
        </a:p>
      </dgm:t>
    </dgm:pt>
    <dgm:pt modelId="{B6E543FA-E088-412B-A729-B4CF091DAB1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Tested using:</a:t>
          </a:r>
        </a:p>
      </dgm:t>
    </dgm:pt>
    <dgm:pt modelId="{FC13BABE-C9A0-4F39-84A6-CA49B1242DF8}" type="parTrans" cxnId="{DA36633D-DDCF-404B-8E2D-228BAA43BE45}">
      <dgm:prSet/>
      <dgm:spPr/>
      <dgm:t>
        <a:bodyPr/>
        <a:lstStyle/>
        <a:p>
          <a:endParaRPr lang="en-US"/>
        </a:p>
      </dgm:t>
    </dgm:pt>
    <dgm:pt modelId="{0A958C73-3FD7-4074-99D6-9E680FB0A96C}" type="sibTrans" cxnId="{DA36633D-DDCF-404B-8E2D-228BAA43BE45}">
      <dgm:prSet/>
      <dgm:spPr/>
      <dgm:t>
        <a:bodyPr/>
        <a:lstStyle/>
        <a:p>
          <a:endParaRPr lang="en-US"/>
        </a:p>
      </dgm:t>
    </dgm:pt>
    <dgm:pt modelId="{5108BA01-0CB4-4500-AE53-05652817B53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nmap -sS </a:t>
          </a:r>
          <a:r>
            <a:rPr lang="en-IN"/>
            <a:t>192.168.1.14</a:t>
          </a:r>
          <a:endParaRPr lang="en-US"/>
        </a:p>
      </dgm:t>
    </dgm:pt>
    <dgm:pt modelId="{AC76D7DD-803D-4E16-8579-53864C610D85}" type="parTrans" cxnId="{B40CCEB7-97D0-461F-8F2D-F44B70EAC447}">
      <dgm:prSet/>
      <dgm:spPr/>
      <dgm:t>
        <a:bodyPr/>
        <a:lstStyle/>
        <a:p>
          <a:endParaRPr lang="en-US"/>
        </a:p>
      </dgm:t>
    </dgm:pt>
    <dgm:pt modelId="{4D5CAE57-2EEB-4845-A30A-F9ED0ABD5AED}" type="sibTrans" cxnId="{B40CCEB7-97D0-461F-8F2D-F44B70EAC447}">
      <dgm:prSet/>
      <dgm:spPr/>
      <dgm:t>
        <a:bodyPr/>
        <a:lstStyle/>
        <a:p>
          <a:endParaRPr lang="en-US"/>
        </a:p>
      </dgm:t>
    </dgm:pt>
    <dgm:pt modelId="{C7770EB4-A194-490E-B551-886F9714063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nmap -sF </a:t>
          </a:r>
          <a:r>
            <a:rPr lang="en-IN"/>
            <a:t>192.168.1.14</a:t>
          </a:r>
          <a:endParaRPr lang="en-US"/>
        </a:p>
      </dgm:t>
    </dgm:pt>
    <dgm:pt modelId="{FAA2A27E-80B0-4D9D-83CF-AFE473FD81BC}" type="parTrans" cxnId="{E4741662-72FA-4361-90DF-FA4CC66CC3F8}">
      <dgm:prSet/>
      <dgm:spPr/>
      <dgm:t>
        <a:bodyPr/>
        <a:lstStyle/>
        <a:p>
          <a:endParaRPr lang="en-US"/>
        </a:p>
      </dgm:t>
    </dgm:pt>
    <dgm:pt modelId="{448308E7-56A6-466F-AFC5-6EAAEC0DAB0A}" type="sibTrans" cxnId="{E4741662-72FA-4361-90DF-FA4CC66CC3F8}">
      <dgm:prSet/>
      <dgm:spPr/>
      <dgm:t>
        <a:bodyPr/>
        <a:lstStyle/>
        <a:p>
          <a:endParaRPr lang="en-US"/>
        </a:p>
      </dgm:t>
    </dgm:pt>
    <dgm:pt modelId="{B8FC942D-613C-432F-B4C0-91DB9DB414C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nmap -sX </a:t>
          </a:r>
          <a:r>
            <a:rPr lang="en-IN"/>
            <a:t>192.168.1.14</a:t>
          </a:r>
          <a:endParaRPr lang="en-US"/>
        </a:p>
      </dgm:t>
    </dgm:pt>
    <dgm:pt modelId="{21084655-FC4D-46F2-B8F2-DAB299E18722}" type="parTrans" cxnId="{45728FB6-3319-45BB-8761-094E9A655692}">
      <dgm:prSet/>
      <dgm:spPr/>
      <dgm:t>
        <a:bodyPr/>
        <a:lstStyle/>
        <a:p>
          <a:endParaRPr lang="en-US"/>
        </a:p>
      </dgm:t>
    </dgm:pt>
    <dgm:pt modelId="{7465F61B-B812-4485-8EB0-9CFB0EC033D8}" type="sibTrans" cxnId="{45728FB6-3319-45BB-8761-094E9A655692}">
      <dgm:prSet/>
      <dgm:spPr/>
      <dgm:t>
        <a:bodyPr/>
        <a:lstStyle/>
        <a:p>
          <a:endParaRPr lang="en-US"/>
        </a:p>
      </dgm:t>
    </dgm:pt>
    <dgm:pt modelId="{8C7238B9-1923-4C55-AF7E-CCFF8CCB23D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Alerts successfully triggered in Snort console</a:t>
          </a:r>
        </a:p>
      </dgm:t>
    </dgm:pt>
    <dgm:pt modelId="{8F8F8BE3-D470-4AC7-9E20-BCD7657E9FB1}" type="parTrans" cxnId="{7C489DA1-786C-4075-A4BE-84CB59F86187}">
      <dgm:prSet/>
      <dgm:spPr/>
      <dgm:t>
        <a:bodyPr/>
        <a:lstStyle/>
        <a:p>
          <a:endParaRPr lang="en-US"/>
        </a:p>
      </dgm:t>
    </dgm:pt>
    <dgm:pt modelId="{0BC2A658-6065-4490-B5EA-39DA852CE4BC}" type="sibTrans" cxnId="{7C489DA1-786C-4075-A4BE-84CB59F86187}">
      <dgm:prSet/>
      <dgm:spPr/>
      <dgm:t>
        <a:bodyPr/>
        <a:lstStyle/>
        <a:p>
          <a:endParaRPr lang="en-US"/>
        </a:p>
      </dgm:t>
    </dgm:pt>
    <dgm:pt modelId="{BF806246-F308-48B0-A785-A9BBCC499A6E}" type="pres">
      <dgm:prSet presAssocID="{CE13BC0C-F9BF-4428-9485-5B7C9DD43155}" presName="root" presStyleCnt="0">
        <dgm:presLayoutVars>
          <dgm:dir/>
          <dgm:resizeHandles val="exact"/>
        </dgm:presLayoutVars>
      </dgm:prSet>
      <dgm:spPr/>
    </dgm:pt>
    <dgm:pt modelId="{3C9C892D-56FB-4A2B-982A-614C4BBC0BC3}" type="pres">
      <dgm:prSet presAssocID="{3AB37846-D381-4AAC-9B3C-AE5349C2C226}" presName="compNode" presStyleCnt="0"/>
      <dgm:spPr/>
    </dgm:pt>
    <dgm:pt modelId="{80D79F6A-87E8-49D6-B468-4689B91C24AD}" type="pres">
      <dgm:prSet presAssocID="{3AB37846-D381-4AAC-9B3C-AE5349C2C226}" presName="bgRect" presStyleLbl="bgShp" presStyleIdx="0" presStyleCnt="6"/>
      <dgm:spPr/>
    </dgm:pt>
    <dgm:pt modelId="{5C6094FC-C1FE-4257-9C79-D429507C25E7}" type="pres">
      <dgm:prSet presAssocID="{3AB37846-D381-4AAC-9B3C-AE5349C2C226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1E9966D2-436B-4C10-93D0-3B0FAAADF283}" type="pres">
      <dgm:prSet presAssocID="{3AB37846-D381-4AAC-9B3C-AE5349C2C226}" presName="spaceRect" presStyleCnt="0"/>
      <dgm:spPr/>
    </dgm:pt>
    <dgm:pt modelId="{8F6881DD-783B-4C7C-8319-918C616E5CA9}" type="pres">
      <dgm:prSet presAssocID="{3AB37846-D381-4AAC-9B3C-AE5349C2C226}" presName="parTx" presStyleLbl="revTx" presStyleIdx="0" presStyleCnt="6">
        <dgm:presLayoutVars>
          <dgm:chMax val="0"/>
          <dgm:chPref val="0"/>
        </dgm:presLayoutVars>
      </dgm:prSet>
      <dgm:spPr/>
    </dgm:pt>
    <dgm:pt modelId="{55F61ACF-1D31-45A6-A6AB-0B1E9C75E482}" type="pres">
      <dgm:prSet presAssocID="{F64131A2-D013-4B86-84E0-51A90A31160F}" presName="sibTrans" presStyleCnt="0"/>
      <dgm:spPr/>
    </dgm:pt>
    <dgm:pt modelId="{27172D3C-B77E-46C9-A7CE-C0BF73CFF4D8}" type="pres">
      <dgm:prSet presAssocID="{B6E543FA-E088-412B-A729-B4CF091DAB17}" presName="compNode" presStyleCnt="0"/>
      <dgm:spPr/>
    </dgm:pt>
    <dgm:pt modelId="{E745C640-6A0A-41EE-BE58-FD73C3D744CD}" type="pres">
      <dgm:prSet presAssocID="{B6E543FA-E088-412B-A729-B4CF091DAB17}" presName="bgRect" presStyleLbl="bgShp" presStyleIdx="1" presStyleCnt="6"/>
      <dgm:spPr/>
    </dgm:pt>
    <dgm:pt modelId="{D4E4B87A-610D-45F3-8576-248AACE48F62}" type="pres">
      <dgm:prSet presAssocID="{B6E543FA-E088-412B-A729-B4CF091DAB17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D0634F30-5037-49BD-8320-DC0A520A454E}" type="pres">
      <dgm:prSet presAssocID="{B6E543FA-E088-412B-A729-B4CF091DAB17}" presName="spaceRect" presStyleCnt="0"/>
      <dgm:spPr/>
    </dgm:pt>
    <dgm:pt modelId="{175C572B-ACE5-4631-BC03-6D2107CCA627}" type="pres">
      <dgm:prSet presAssocID="{B6E543FA-E088-412B-A729-B4CF091DAB17}" presName="parTx" presStyleLbl="revTx" presStyleIdx="1" presStyleCnt="6">
        <dgm:presLayoutVars>
          <dgm:chMax val="0"/>
          <dgm:chPref val="0"/>
        </dgm:presLayoutVars>
      </dgm:prSet>
      <dgm:spPr/>
    </dgm:pt>
    <dgm:pt modelId="{47C00537-E0F2-44A2-8357-2D4D07FDDDA6}" type="pres">
      <dgm:prSet presAssocID="{0A958C73-3FD7-4074-99D6-9E680FB0A96C}" presName="sibTrans" presStyleCnt="0"/>
      <dgm:spPr/>
    </dgm:pt>
    <dgm:pt modelId="{F08C7A68-4B77-402B-95C8-CAEFEB10D143}" type="pres">
      <dgm:prSet presAssocID="{5108BA01-0CB4-4500-AE53-05652817B530}" presName="compNode" presStyleCnt="0"/>
      <dgm:spPr/>
    </dgm:pt>
    <dgm:pt modelId="{832DD046-B7D9-4E60-BC2E-2DA6874EE4DF}" type="pres">
      <dgm:prSet presAssocID="{5108BA01-0CB4-4500-AE53-05652817B530}" presName="bgRect" presStyleLbl="bgShp" presStyleIdx="2" presStyleCnt="6"/>
      <dgm:spPr/>
    </dgm:pt>
    <dgm:pt modelId="{F9C9CFDF-B73D-4974-8B5F-C3C131779D0B}" type="pres">
      <dgm:prSet presAssocID="{5108BA01-0CB4-4500-AE53-05652817B530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334FDBCF-6F3D-4428-9472-7B9FBAD0C6D1}" type="pres">
      <dgm:prSet presAssocID="{5108BA01-0CB4-4500-AE53-05652817B530}" presName="spaceRect" presStyleCnt="0"/>
      <dgm:spPr/>
    </dgm:pt>
    <dgm:pt modelId="{62F900D5-0E8D-47BA-AA24-31C2D6F9B580}" type="pres">
      <dgm:prSet presAssocID="{5108BA01-0CB4-4500-AE53-05652817B530}" presName="parTx" presStyleLbl="revTx" presStyleIdx="2" presStyleCnt="6">
        <dgm:presLayoutVars>
          <dgm:chMax val="0"/>
          <dgm:chPref val="0"/>
        </dgm:presLayoutVars>
      </dgm:prSet>
      <dgm:spPr/>
    </dgm:pt>
    <dgm:pt modelId="{8F09E3F4-AB33-4A8D-A879-79E30D30C239}" type="pres">
      <dgm:prSet presAssocID="{4D5CAE57-2EEB-4845-A30A-F9ED0ABD5AED}" presName="sibTrans" presStyleCnt="0"/>
      <dgm:spPr/>
    </dgm:pt>
    <dgm:pt modelId="{592AB007-DAC9-44B6-95FB-2CC6A18F3E20}" type="pres">
      <dgm:prSet presAssocID="{C7770EB4-A194-490E-B551-886F97140632}" presName="compNode" presStyleCnt="0"/>
      <dgm:spPr/>
    </dgm:pt>
    <dgm:pt modelId="{723EF7F5-632A-4267-8C00-5EEEB562D06B}" type="pres">
      <dgm:prSet presAssocID="{C7770EB4-A194-490E-B551-886F97140632}" presName="bgRect" presStyleLbl="bgShp" presStyleIdx="3" presStyleCnt="6"/>
      <dgm:spPr/>
    </dgm:pt>
    <dgm:pt modelId="{4E12C46B-4162-4965-B2DE-0B0ACC662625}" type="pres">
      <dgm:prSet presAssocID="{C7770EB4-A194-490E-B551-886F97140632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VD player"/>
        </a:ext>
      </dgm:extLst>
    </dgm:pt>
    <dgm:pt modelId="{E7D33DE5-58BC-4468-BF32-97482B033C26}" type="pres">
      <dgm:prSet presAssocID="{C7770EB4-A194-490E-B551-886F97140632}" presName="spaceRect" presStyleCnt="0"/>
      <dgm:spPr/>
    </dgm:pt>
    <dgm:pt modelId="{AD02A071-7696-4D7C-A5EF-2B346A1ADF87}" type="pres">
      <dgm:prSet presAssocID="{C7770EB4-A194-490E-B551-886F97140632}" presName="parTx" presStyleLbl="revTx" presStyleIdx="3" presStyleCnt="6">
        <dgm:presLayoutVars>
          <dgm:chMax val="0"/>
          <dgm:chPref val="0"/>
        </dgm:presLayoutVars>
      </dgm:prSet>
      <dgm:spPr/>
    </dgm:pt>
    <dgm:pt modelId="{4247108D-4F84-4641-BC1E-D2E96A9FFA8F}" type="pres">
      <dgm:prSet presAssocID="{448308E7-56A6-466F-AFC5-6EAAEC0DAB0A}" presName="sibTrans" presStyleCnt="0"/>
      <dgm:spPr/>
    </dgm:pt>
    <dgm:pt modelId="{3AD010A7-5DEB-481A-8B9C-49FEF5D5E3C9}" type="pres">
      <dgm:prSet presAssocID="{B8FC942D-613C-432F-B4C0-91DB9DB414CB}" presName="compNode" presStyleCnt="0"/>
      <dgm:spPr/>
    </dgm:pt>
    <dgm:pt modelId="{3E86C889-6A55-4DA0-8888-F9E17BA3E382}" type="pres">
      <dgm:prSet presAssocID="{B8FC942D-613C-432F-B4C0-91DB9DB414CB}" presName="bgRect" presStyleLbl="bgShp" presStyleIdx="4" presStyleCnt="6"/>
      <dgm:spPr/>
    </dgm:pt>
    <dgm:pt modelId="{E5D2C6DA-9F8B-42BE-A8F5-494D20B5E623}" type="pres">
      <dgm:prSet presAssocID="{B8FC942D-613C-432F-B4C0-91DB9DB414CB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8C0FE7D8-D9DC-4B26-8C1B-19E943BBC7B9}" type="pres">
      <dgm:prSet presAssocID="{B8FC942D-613C-432F-B4C0-91DB9DB414CB}" presName="spaceRect" presStyleCnt="0"/>
      <dgm:spPr/>
    </dgm:pt>
    <dgm:pt modelId="{A5BF4C13-1C26-4B2B-9856-9636340EE8DA}" type="pres">
      <dgm:prSet presAssocID="{B8FC942D-613C-432F-B4C0-91DB9DB414CB}" presName="parTx" presStyleLbl="revTx" presStyleIdx="4" presStyleCnt="6">
        <dgm:presLayoutVars>
          <dgm:chMax val="0"/>
          <dgm:chPref val="0"/>
        </dgm:presLayoutVars>
      </dgm:prSet>
      <dgm:spPr/>
    </dgm:pt>
    <dgm:pt modelId="{9F3E369B-0A20-45DA-B04C-ABDDF08C4138}" type="pres">
      <dgm:prSet presAssocID="{7465F61B-B812-4485-8EB0-9CFB0EC033D8}" presName="sibTrans" presStyleCnt="0"/>
      <dgm:spPr/>
    </dgm:pt>
    <dgm:pt modelId="{F2B5B283-0338-482C-BF3A-1BECC2FA4EDF}" type="pres">
      <dgm:prSet presAssocID="{8C7238B9-1923-4C55-AF7E-CCFF8CCB23D6}" presName="compNode" presStyleCnt="0"/>
      <dgm:spPr/>
    </dgm:pt>
    <dgm:pt modelId="{2BA467DD-CE40-4005-B968-5D1094E7A2AE}" type="pres">
      <dgm:prSet presAssocID="{8C7238B9-1923-4C55-AF7E-CCFF8CCB23D6}" presName="bgRect" presStyleLbl="bgShp" presStyleIdx="5" presStyleCnt="6"/>
      <dgm:spPr/>
    </dgm:pt>
    <dgm:pt modelId="{0D76EC94-9976-4069-93E6-4D0580214D42}" type="pres">
      <dgm:prSet presAssocID="{8C7238B9-1923-4C55-AF7E-CCFF8CCB23D6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99C1E2DB-08D4-4104-8937-A9F4D0F9633A}" type="pres">
      <dgm:prSet presAssocID="{8C7238B9-1923-4C55-AF7E-CCFF8CCB23D6}" presName="spaceRect" presStyleCnt="0"/>
      <dgm:spPr/>
    </dgm:pt>
    <dgm:pt modelId="{D91EB36E-4716-4704-AFA8-4F5DE445A4F0}" type="pres">
      <dgm:prSet presAssocID="{8C7238B9-1923-4C55-AF7E-CCFF8CCB23D6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49ED9C00-E3D8-4CFD-BFE1-152402CE9C0C}" type="presOf" srcId="{3AB37846-D381-4AAC-9B3C-AE5349C2C226}" destId="{8F6881DD-783B-4C7C-8319-918C616E5CA9}" srcOrd="0" destOrd="0" presId="urn:microsoft.com/office/officeart/2018/2/layout/IconVerticalSolidList"/>
    <dgm:cxn modelId="{91FE922D-11C2-42E6-B790-F66D629CABC7}" type="presOf" srcId="{CE13BC0C-F9BF-4428-9485-5B7C9DD43155}" destId="{BF806246-F308-48B0-A785-A9BBCC499A6E}" srcOrd="0" destOrd="0" presId="urn:microsoft.com/office/officeart/2018/2/layout/IconVerticalSolidList"/>
    <dgm:cxn modelId="{DA36633D-DDCF-404B-8E2D-228BAA43BE45}" srcId="{CE13BC0C-F9BF-4428-9485-5B7C9DD43155}" destId="{B6E543FA-E088-412B-A729-B4CF091DAB17}" srcOrd="1" destOrd="0" parTransId="{FC13BABE-C9A0-4F39-84A6-CA49B1242DF8}" sibTransId="{0A958C73-3FD7-4074-99D6-9E680FB0A96C}"/>
    <dgm:cxn modelId="{E4741662-72FA-4361-90DF-FA4CC66CC3F8}" srcId="{CE13BC0C-F9BF-4428-9485-5B7C9DD43155}" destId="{C7770EB4-A194-490E-B551-886F97140632}" srcOrd="3" destOrd="0" parTransId="{FAA2A27E-80B0-4D9D-83CF-AFE473FD81BC}" sibTransId="{448308E7-56A6-466F-AFC5-6EAAEC0DAB0A}"/>
    <dgm:cxn modelId="{BB8CBF8F-E4DE-41E9-BBE3-BD9F8C61B044}" type="presOf" srcId="{B6E543FA-E088-412B-A729-B4CF091DAB17}" destId="{175C572B-ACE5-4631-BC03-6D2107CCA627}" srcOrd="0" destOrd="0" presId="urn:microsoft.com/office/officeart/2018/2/layout/IconVerticalSolidList"/>
    <dgm:cxn modelId="{7C489DA1-786C-4075-A4BE-84CB59F86187}" srcId="{CE13BC0C-F9BF-4428-9485-5B7C9DD43155}" destId="{8C7238B9-1923-4C55-AF7E-CCFF8CCB23D6}" srcOrd="5" destOrd="0" parTransId="{8F8F8BE3-D470-4AC7-9E20-BCD7657E9FB1}" sibTransId="{0BC2A658-6065-4490-B5EA-39DA852CE4BC}"/>
    <dgm:cxn modelId="{1BA474B2-45B2-4290-9D24-76381989711C}" type="presOf" srcId="{B8FC942D-613C-432F-B4C0-91DB9DB414CB}" destId="{A5BF4C13-1C26-4B2B-9856-9636340EE8DA}" srcOrd="0" destOrd="0" presId="urn:microsoft.com/office/officeart/2018/2/layout/IconVerticalSolidList"/>
    <dgm:cxn modelId="{45728FB6-3319-45BB-8761-094E9A655692}" srcId="{CE13BC0C-F9BF-4428-9485-5B7C9DD43155}" destId="{B8FC942D-613C-432F-B4C0-91DB9DB414CB}" srcOrd="4" destOrd="0" parTransId="{21084655-FC4D-46F2-B8F2-DAB299E18722}" sibTransId="{7465F61B-B812-4485-8EB0-9CFB0EC033D8}"/>
    <dgm:cxn modelId="{B40CCEB7-97D0-461F-8F2D-F44B70EAC447}" srcId="{CE13BC0C-F9BF-4428-9485-5B7C9DD43155}" destId="{5108BA01-0CB4-4500-AE53-05652817B530}" srcOrd="2" destOrd="0" parTransId="{AC76D7DD-803D-4E16-8579-53864C610D85}" sibTransId="{4D5CAE57-2EEB-4845-A30A-F9ED0ABD5AED}"/>
    <dgm:cxn modelId="{FFD2EBC3-D426-4C25-ACF8-C00FCA0A7EE7}" type="presOf" srcId="{8C7238B9-1923-4C55-AF7E-CCFF8CCB23D6}" destId="{D91EB36E-4716-4704-AFA8-4F5DE445A4F0}" srcOrd="0" destOrd="0" presId="urn:microsoft.com/office/officeart/2018/2/layout/IconVerticalSolidList"/>
    <dgm:cxn modelId="{A4F692D8-2CE3-4E76-B3CE-1A9EC6A5AEF9}" type="presOf" srcId="{5108BA01-0CB4-4500-AE53-05652817B530}" destId="{62F900D5-0E8D-47BA-AA24-31C2D6F9B580}" srcOrd="0" destOrd="0" presId="urn:microsoft.com/office/officeart/2018/2/layout/IconVerticalSolidList"/>
    <dgm:cxn modelId="{964E24D9-FBBB-48BB-81A9-E6CB65807B09}" srcId="{CE13BC0C-F9BF-4428-9485-5B7C9DD43155}" destId="{3AB37846-D381-4AAC-9B3C-AE5349C2C226}" srcOrd="0" destOrd="0" parTransId="{5D4B8599-A8CF-44FC-897C-063492909741}" sibTransId="{F64131A2-D013-4B86-84E0-51A90A31160F}"/>
    <dgm:cxn modelId="{A031B1EB-F11F-4E5A-8F0E-D7AD67CFBF1E}" type="presOf" srcId="{C7770EB4-A194-490E-B551-886F97140632}" destId="{AD02A071-7696-4D7C-A5EF-2B346A1ADF87}" srcOrd="0" destOrd="0" presId="urn:microsoft.com/office/officeart/2018/2/layout/IconVerticalSolidList"/>
    <dgm:cxn modelId="{FB24A3FE-64E4-479B-8623-020A736B1580}" type="presParOf" srcId="{BF806246-F308-48B0-A785-A9BBCC499A6E}" destId="{3C9C892D-56FB-4A2B-982A-614C4BBC0BC3}" srcOrd="0" destOrd="0" presId="urn:microsoft.com/office/officeart/2018/2/layout/IconVerticalSolidList"/>
    <dgm:cxn modelId="{4FF28514-F19C-4787-80F3-AAB9CC8172D2}" type="presParOf" srcId="{3C9C892D-56FB-4A2B-982A-614C4BBC0BC3}" destId="{80D79F6A-87E8-49D6-B468-4689B91C24AD}" srcOrd="0" destOrd="0" presId="urn:microsoft.com/office/officeart/2018/2/layout/IconVerticalSolidList"/>
    <dgm:cxn modelId="{360A2DEB-8B33-4D1A-A753-7057E5DBCD57}" type="presParOf" srcId="{3C9C892D-56FB-4A2B-982A-614C4BBC0BC3}" destId="{5C6094FC-C1FE-4257-9C79-D429507C25E7}" srcOrd="1" destOrd="0" presId="urn:microsoft.com/office/officeart/2018/2/layout/IconVerticalSolidList"/>
    <dgm:cxn modelId="{1C61DCA6-2CFE-4981-B77E-7D5127C5ADC7}" type="presParOf" srcId="{3C9C892D-56FB-4A2B-982A-614C4BBC0BC3}" destId="{1E9966D2-436B-4C10-93D0-3B0FAAADF283}" srcOrd="2" destOrd="0" presId="urn:microsoft.com/office/officeart/2018/2/layout/IconVerticalSolidList"/>
    <dgm:cxn modelId="{C46AEECB-7AFF-489E-ABBA-A09A445B7DD6}" type="presParOf" srcId="{3C9C892D-56FB-4A2B-982A-614C4BBC0BC3}" destId="{8F6881DD-783B-4C7C-8319-918C616E5CA9}" srcOrd="3" destOrd="0" presId="urn:microsoft.com/office/officeart/2018/2/layout/IconVerticalSolidList"/>
    <dgm:cxn modelId="{2CD03876-3D07-4ECE-A5E4-6CDB88B2D802}" type="presParOf" srcId="{BF806246-F308-48B0-A785-A9BBCC499A6E}" destId="{55F61ACF-1D31-45A6-A6AB-0B1E9C75E482}" srcOrd="1" destOrd="0" presId="urn:microsoft.com/office/officeart/2018/2/layout/IconVerticalSolidList"/>
    <dgm:cxn modelId="{4AD83B29-EA73-4A63-A002-F1B75807BBF0}" type="presParOf" srcId="{BF806246-F308-48B0-A785-A9BBCC499A6E}" destId="{27172D3C-B77E-46C9-A7CE-C0BF73CFF4D8}" srcOrd="2" destOrd="0" presId="urn:microsoft.com/office/officeart/2018/2/layout/IconVerticalSolidList"/>
    <dgm:cxn modelId="{CC89DEC4-2B0A-479B-9B83-ADA84C8DA40B}" type="presParOf" srcId="{27172D3C-B77E-46C9-A7CE-C0BF73CFF4D8}" destId="{E745C640-6A0A-41EE-BE58-FD73C3D744CD}" srcOrd="0" destOrd="0" presId="urn:microsoft.com/office/officeart/2018/2/layout/IconVerticalSolidList"/>
    <dgm:cxn modelId="{82DDB4F1-7B75-45B6-ADC5-963DCC74B2DB}" type="presParOf" srcId="{27172D3C-B77E-46C9-A7CE-C0BF73CFF4D8}" destId="{D4E4B87A-610D-45F3-8576-248AACE48F62}" srcOrd="1" destOrd="0" presId="urn:microsoft.com/office/officeart/2018/2/layout/IconVerticalSolidList"/>
    <dgm:cxn modelId="{B502BDAA-1207-47B7-ABAF-18EABFC52400}" type="presParOf" srcId="{27172D3C-B77E-46C9-A7CE-C0BF73CFF4D8}" destId="{D0634F30-5037-49BD-8320-DC0A520A454E}" srcOrd="2" destOrd="0" presId="urn:microsoft.com/office/officeart/2018/2/layout/IconVerticalSolidList"/>
    <dgm:cxn modelId="{7BD70B00-1C9A-4151-B680-8F274CDB3430}" type="presParOf" srcId="{27172D3C-B77E-46C9-A7CE-C0BF73CFF4D8}" destId="{175C572B-ACE5-4631-BC03-6D2107CCA627}" srcOrd="3" destOrd="0" presId="urn:microsoft.com/office/officeart/2018/2/layout/IconVerticalSolidList"/>
    <dgm:cxn modelId="{4798788D-1B09-41A5-BD4F-FB8D559B4AC1}" type="presParOf" srcId="{BF806246-F308-48B0-A785-A9BBCC499A6E}" destId="{47C00537-E0F2-44A2-8357-2D4D07FDDDA6}" srcOrd="3" destOrd="0" presId="urn:microsoft.com/office/officeart/2018/2/layout/IconVerticalSolidList"/>
    <dgm:cxn modelId="{C0B4FE7A-D69C-4CCB-B287-0B1BAC439C91}" type="presParOf" srcId="{BF806246-F308-48B0-A785-A9BBCC499A6E}" destId="{F08C7A68-4B77-402B-95C8-CAEFEB10D143}" srcOrd="4" destOrd="0" presId="urn:microsoft.com/office/officeart/2018/2/layout/IconVerticalSolidList"/>
    <dgm:cxn modelId="{308F1FEC-1E0B-4C20-B2F4-55DE79A63D86}" type="presParOf" srcId="{F08C7A68-4B77-402B-95C8-CAEFEB10D143}" destId="{832DD046-B7D9-4E60-BC2E-2DA6874EE4DF}" srcOrd="0" destOrd="0" presId="urn:microsoft.com/office/officeart/2018/2/layout/IconVerticalSolidList"/>
    <dgm:cxn modelId="{AF88AF74-1732-4B09-9108-E94D440FF868}" type="presParOf" srcId="{F08C7A68-4B77-402B-95C8-CAEFEB10D143}" destId="{F9C9CFDF-B73D-4974-8B5F-C3C131779D0B}" srcOrd="1" destOrd="0" presId="urn:microsoft.com/office/officeart/2018/2/layout/IconVerticalSolidList"/>
    <dgm:cxn modelId="{1BBF08D8-FA2F-49DF-880A-ACF5FB8812FA}" type="presParOf" srcId="{F08C7A68-4B77-402B-95C8-CAEFEB10D143}" destId="{334FDBCF-6F3D-4428-9472-7B9FBAD0C6D1}" srcOrd="2" destOrd="0" presId="urn:microsoft.com/office/officeart/2018/2/layout/IconVerticalSolidList"/>
    <dgm:cxn modelId="{11D5BA9C-AA3B-4AC1-9F79-C4158B8FE0C8}" type="presParOf" srcId="{F08C7A68-4B77-402B-95C8-CAEFEB10D143}" destId="{62F900D5-0E8D-47BA-AA24-31C2D6F9B580}" srcOrd="3" destOrd="0" presId="urn:microsoft.com/office/officeart/2018/2/layout/IconVerticalSolidList"/>
    <dgm:cxn modelId="{6EB827ED-058A-4213-BBDB-C3C32B12DC32}" type="presParOf" srcId="{BF806246-F308-48B0-A785-A9BBCC499A6E}" destId="{8F09E3F4-AB33-4A8D-A879-79E30D30C239}" srcOrd="5" destOrd="0" presId="urn:microsoft.com/office/officeart/2018/2/layout/IconVerticalSolidList"/>
    <dgm:cxn modelId="{90DB7104-FBD3-4580-9AAB-B4C5BFEF9269}" type="presParOf" srcId="{BF806246-F308-48B0-A785-A9BBCC499A6E}" destId="{592AB007-DAC9-44B6-95FB-2CC6A18F3E20}" srcOrd="6" destOrd="0" presId="urn:microsoft.com/office/officeart/2018/2/layout/IconVerticalSolidList"/>
    <dgm:cxn modelId="{645E1AA9-F97E-4E96-A008-9F5AEAFEE4B6}" type="presParOf" srcId="{592AB007-DAC9-44B6-95FB-2CC6A18F3E20}" destId="{723EF7F5-632A-4267-8C00-5EEEB562D06B}" srcOrd="0" destOrd="0" presId="urn:microsoft.com/office/officeart/2018/2/layout/IconVerticalSolidList"/>
    <dgm:cxn modelId="{0E3E9D00-78DC-44BE-8B5E-C58DE511EE2F}" type="presParOf" srcId="{592AB007-DAC9-44B6-95FB-2CC6A18F3E20}" destId="{4E12C46B-4162-4965-B2DE-0B0ACC662625}" srcOrd="1" destOrd="0" presId="urn:microsoft.com/office/officeart/2018/2/layout/IconVerticalSolidList"/>
    <dgm:cxn modelId="{1F4DB847-F7AB-47ED-B855-1513C13DD577}" type="presParOf" srcId="{592AB007-DAC9-44B6-95FB-2CC6A18F3E20}" destId="{E7D33DE5-58BC-4468-BF32-97482B033C26}" srcOrd="2" destOrd="0" presId="urn:microsoft.com/office/officeart/2018/2/layout/IconVerticalSolidList"/>
    <dgm:cxn modelId="{C3BD601A-BEB2-46D9-BB7F-56EAB37293ED}" type="presParOf" srcId="{592AB007-DAC9-44B6-95FB-2CC6A18F3E20}" destId="{AD02A071-7696-4D7C-A5EF-2B346A1ADF87}" srcOrd="3" destOrd="0" presId="urn:microsoft.com/office/officeart/2018/2/layout/IconVerticalSolidList"/>
    <dgm:cxn modelId="{DFA767EE-CA44-40B4-B356-3765B1DB672F}" type="presParOf" srcId="{BF806246-F308-48B0-A785-A9BBCC499A6E}" destId="{4247108D-4F84-4641-BC1E-D2E96A9FFA8F}" srcOrd="7" destOrd="0" presId="urn:microsoft.com/office/officeart/2018/2/layout/IconVerticalSolidList"/>
    <dgm:cxn modelId="{0B31E022-EB43-48AC-B61A-FBD3377D8D08}" type="presParOf" srcId="{BF806246-F308-48B0-A785-A9BBCC499A6E}" destId="{3AD010A7-5DEB-481A-8B9C-49FEF5D5E3C9}" srcOrd="8" destOrd="0" presId="urn:microsoft.com/office/officeart/2018/2/layout/IconVerticalSolidList"/>
    <dgm:cxn modelId="{8A100194-40BE-4D58-9C93-D7A9A8F63218}" type="presParOf" srcId="{3AD010A7-5DEB-481A-8B9C-49FEF5D5E3C9}" destId="{3E86C889-6A55-4DA0-8888-F9E17BA3E382}" srcOrd="0" destOrd="0" presId="urn:microsoft.com/office/officeart/2018/2/layout/IconVerticalSolidList"/>
    <dgm:cxn modelId="{DE95A99C-D78A-4833-990F-0EFCA00F8466}" type="presParOf" srcId="{3AD010A7-5DEB-481A-8B9C-49FEF5D5E3C9}" destId="{E5D2C6DA-9F8B-42BE-A8F5-494D20B5E623}" srcOrd="1" destOrd="0" presId="urn:microsoft.com/office/officeart/2018/2/layout/IconVerticalSolidList"/>
    <dgm:cxn modelId="{7F74F743-AC20-45BC-8D7B-11A72809183B}" type="presParOf" srcId="{3AD010A7-5DEB-481A-8B9C-49FEF5D5E3C9}" destId="{8C0FE7D8-D9DC-4B26-8C1B-19E943BBC7B9}" srcOrd="2" destOrd="0" presId="urn:microsoft.com/office/officeart/2018/2/layout/IconVerticalSolidList"/>
    <dgm:cxn modelId="{82EA407E-D1CD-4DFE-B6F8-40F58ED03E7E}" type="presParOf" srcId="{3AD010A7-5DEB-481A-8B9C-49FEF5D5E3C9}" destId="{A5BF4C13-1C26-4B2B-9856-9636340EE8DA}" srcOrd="3" destOrd="0" presId="urn:microsoft.com/office/officeart/2018/2/layout/IconVerticalSolidList"/>
    <dgm:cxn modelId="{7EBF1968-C5B2-4017-B0AB-C2F73FD4FAE3}" type="presParOf" srcId="{BF806246-F308-48B0-A785-A9BBCC499A6E}" destId="{9F3E369B-0A20-45DA-B04C-ABDDF08C4138}" srcOrd="9" destOrd="0" presId="urn:microsoft.com/office/officeart/2018/2/layout/IconVerticalSolidList"/>
    <dgm:cxn modelId="{7BA70353-B3E1-4F57-9E9F-414649EEA24B}" type="presParOf" srcId="{BF806246-F308-48B0-A785-A9BBCC499A6E}" destId="{F2B5B283-0338-482C-BF3A-1BECC2FA4EDF}" srcOrd="10" destOrd="0" presId="urn:microsoft.com/office/officeart/2018/2/layout/IconVerticalSolidList"/>
    <dgm:cxn modelId="{1EFF075C-1473-4B3D-A9AA-E6DE2D7A6F9E}" type="presParOf" srcId="{F2B5B283-0338-482C-BF3A-1BECC2FA4EDF}" destId="{2BA467DD-CE40-4005-B968-5D1094E7A2AE}" srcOrd="0" destOrd="0" presId="urn:microsoft.com/office/officeart/2018/2/layout/IconVerticalSolidList"/>
    <dgm:cxn modelId="{2F990548-B016-4B84-860C-A20BA696351E}" type="presParOf" srcId="{F2B5B283-0338-482C-BF3A-1BECC2FA4EDF}" destId="{0D76EC94-9976-4069-93E6-4D0580214D42}" srcOrd="1" destOrd="0" presId="urn:microsoft.com/office/officeart/2018/2/layout/IconVerticalSolidList"/>
    <dgm:cxn modelId="{CD42795A-88FD-41C7-B1B0-1C97538355E7}" type="presParOf" srcId="{F2B5B283-0338-482C-BF3A-1BECC2FA4EDF}" destId="{99C1E2DB-08D4-4104-8937-A9F4D0F9633A}" srcOrd="2" destOrd="0" presId="urn:microsoft.com/office/officeart/2018/2/layout/IconVerticalSolidList"/>
    <dgm:cxn modelId="{E568940F-A1D8-40B8-8F43-64C42EC8F63A}" type="presParOf" srcId="{F2B5B283-0338-482C-BF3A-1BECC2FA4EDF}" destId="{D91EB36E-4716-4704-AFA8-4F5DE445A4F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D6AC65C-D54F-42EB-8D65-35A788E30B75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F364514-8517-4011-BB9F-2D251F3408FC}">
      <dgm:prSet/>
      <dgm:spPr/>
      <dgm:t>
        <a:bodyPr/>
        <a:lstStyle/>
        <a:p>
          <a:r>
            <a:rPr lang="en-IN"/>
            <a:t>Installed SSH service on target VM</a:t>
          </a:r>
          <a:endParaRPr lang="en-US"/>
        </a:p>
      </dgm:t>
    </dgm:pt>
    <dgm:pt modelId="{E2F76B1D-D775-46BA-9122-331918468B22}" type="parTrans" cxnId="{7F7BA868-E9C8-411D-B2E6-BADC9FDD8782}">
      <dgm:prSet/>
      <dgm:spPr/>
      <dgm:t>
        <a:bodyPr/>
        <a:lstStyle/>
        <a:p>
          <a:endParaRPr lang="en-US"/>
        </a:p>
      </dgm:t>
    </dgm:pt>
    <dgm:pt modelId="{8FE71926-3EE5-4657-AC60-AA2AFC482B4E}" type="sibTrans" cxnId="{7F7BA868-E9C8-411D-B2E6-BADC9FDD8782}">
      <dgm:prSet/>
      <dgm:spPr/>
      <dgm:t>
        <a:bodyPr/>
        <a:lstStyle/>
        <a:p>
          <a:endParaRPr lang="en-US"/>
        </a:p>
      </dgm:t>
    </dgm:pt>
    <dgm:pt modelId="{BCD36D52-550D-4251-B38E-C38959D70EC7}">
      <dgm:prSet/>
      <dgm:spPr/>
      <dgm:t>
        <a:bodyPr/>
        <a:lstStyle/>
        <a:p>
          <a:r>
            <a:rPr lang="en-IN"/>
            <a:t>Wrote Snort rule to detect multiple login attempts</a:t>
          </a:r>
          <a:endParaRPr lang="en-US"/>
        </a:p>
      </dgm:t>
    </dgm:pt>
    <dgm:pt modelId="{B33B022F-4FB8-43AA-9499-0E9BD9C6DD06}" type="parTrans" cxnId="{BAD4303D-E6DD-43F6-BE38-C4A3DB99617D}">
      <dgm:prSet/>
      <dgm:spPr/>
      <dgm:t>
        <a:bodyPr/>
        <a:lstStyle/>
        <a:p>
          <a:endParaRPr lang="en-US"/>
        </a:p>
      </dgm:t>
    </dgm:pt>
    <dgm:pt modelId="{C89C321D-5DC8-4122-8F6A-B60237B2B88F}" type="sibTrans" cxnId="{BAD4303D-E6DD-43F6-BE38-C4A3DB99617D}">
      <dgm:prSet/>
      <dgm:spPr/>
      <dgm:t>
        <a:bodyPr/>
        <a:lstStyle/>
        <a:p>
          <a:endParaRPr lang="en-US"/>
        </a:p>
      </dgm:t>
    </dgm:pt>
    <dgm:pt modelId="{F36F2BFF-4DF3-43A2-B28D-9B9C0C57492A}">
      <dgm:prSet/>
      <dgm:spPr/>
      <dgm:t>
        <a:bodyPr/>
        <a:lstStyle/>
        <a:p>
          <a:r>
            <a:rPr lang="en-IN"/>
            <a:t>Simulated brute-force with Hydra:</a:t>
          </a:r>
          <a:endParaRPr lang="en-US"/>
        </a:p>
      </dgm:t>
    </dgm:pt>
    <dgm:pt modelId="{BDD2E595-EBEC-4282-ABA0-2DE16862B52D}" type="parTrans" cxnId="{4F54D3F8-E88E-41BE-A9AE-BE13E854C5E5}">
      <dgm:prSet/>
      <dgm:spPr/>
      <dgm:t>
        <a:bodyPr/>
        <a:lstStyle/>
        <a:p>
          <a:endParaRPr lang="en-US"/>
        </a:p>
      </dgm:t>
    </dgm:pt>
    <dgm:pt modelId="{4DAAC334-7D12-4CBE-A46A-F4502CDF933B}" type="sibTrans" cxnId="{4F54D3F8-E88E-41BE-A9AE-BE13E854C5E5}">
      <dgm:prSet/>
      <dgm:spPr/>
      <dgm:t>
        <a:bodyPr/>
        <a:lstStyle/>
        <a:p>
          <a:endParaRPr lang="en-US"/>
        </a:p>
      </dgm:t>
    </dgm:pt>
    <dgm:pt modelId="{AD2393CC-BF96-4830-8BF4-A86301FA60FD}">
      <dgm:prSet/>
      <dgm:spPr/>
      <dgm:t>
        <a:bodyPr/>
        <a:lstStyle/>
        <a:p>
          <a:r>
            <a:rPr lang="en-IN"/>
            <a:t>hydra -l testuser -P pass.txt ssh://192.168.1.14</a:t>
          </a:r>
          <a:endParaRPr lang="en-US"/>
        </a:p>
      </dgm:t>
    </dgm:pt>
    <dgm:pt modelId="{55399AA4-595F-475A-9F8F-2CFFA443E04C}" type="parTrans" cxnId="{0DCDACD9-D003-4BFF-BE69-8BC96320E75D}">
      <dgm:prSet/>
      <dgm:spPr/>
      <dgm:t>
        <a:bodyPr/>
        <a:lstStyle/>
        <a:p>
          <a:endParaRPr lang="en-US"/>
        </a:p>
      </dgm:t>
    </dgm:pt>
    <dgm:pt modelId="{B1609025-A2DF-4F0B-8252-3E92A06AEACD}" type="sibTrans" cxnId="{0DCDACD9-D003-4BFF-BE69-8BC96320E75D}">
      <dgm:prSet/>
      <dgm:spPr/>
      <dgm:t>
        <a:bodyPr/>
        <a:lstStyle/>
        <a:p>
          <a:endParaRPr lang="en-US"/>
        </a:p>
      </dgm:t>
    </dgm:pt>
    <dgm:pt modelId="{EC0BF48F-2424-44C1-AE31-A19A5ABADD26}">
      <dgm:prSet/>
      <dgm:spPr/>
      <dgm:t>
        <a:bodyPr/>
        <a:lstStyle/>
        <a:p>
          <a:r>
            <a:rPr lang="en-IN"/>
            <a:t>Alerts generated for brute-force attempts</a:t>
          </a:r>
          <a:endParaRPr lang="en-US"/>
        </a:p>
      </dgm:t>
    </dgm:pt>
    <dgm:pt modelId="{FCBBBDCD-A7CD-4756-9B2C-9B9D3451AEB3}" type="parTrans" cxnId="{E0D12483-BA6C-42EC-B53F-485EE4813C1F}">
      <dgm:prSet/>
      <dgm:spPr/>
      <dgm:t>
        <a:bodyPr/>
        <a:lstStyle/>
        <a:p>
          <a:endParaRPr lang="en-US"/>
        </a:p>
      </dgm:t>
    </dgm:pt>
    <dgm:pt modelId="{EF19F310-91B8-40FC-A47F-AE4D0CEA9A96}" type="sibTrans" cxnId="{E0D12483-BA6C-42EC-B53F-485EE4813C1F}">
      <dgm:prSet/>
      <dgm:spPr/>
      <dgm:t>
        <a:bodyPr/>
        <a:lstStyle/>
        <a:p>
          <a:endParaRPr lang="en-US"/>
        </a:p>
      </dgm:t>
    </dgm:pt>
    <dgm:pt modelId="{1B24982C-6639-4571-BD44-C7E593F73C7B}" type="pres">
      <dgm:prSet presAssocID="{2D6AC65C-D54F-42EB-8D65-35A788E30B75}" presName="outerComposite" presStyleCnt="0">
        <dgm:presLayoutVars>
          <dgm:chMax val="5"/>
          <dgm:dir/>
          <dgm:resizeHandles val="exact"/>
        </dgm:presLayoutVars>
      </dgm:prSet>
      <dgm:spPr/>
    </dgm:pt>
    <dgm:pt modelId="{FD7C5E0F-22D3-44A9-B4EC-F958E58DF488}" type="pres">
      <dgm:prSet presAssocID="{2D6AC65C-D54F-42EB-8D65-35A788E30B75}" presName="dummyMaxCanvas" presStyleCnt="0">
        <dgm:presLayoutVars/>
      </dgm:prSet>
      <dgm:spPr/>
    </dgm:pt>
    <dgm:pt modelId="{C68560F0-B287-4EAF-B6E1-13DD9CF8A4D1}" type="pres">
      <dgm:prSet presAssocID="{2D6AC65C-D54F-42EB-8D65-35A788E30B75}" presName="FiveNodes_1" presStyleLbl="node1" presStyleIdx="0" presStyleCnt="5">
        <dgm:presLayoutVars>
          <dgm:bulletEnabled val="1"/>
        </dgm:presLayoutVars>
      </dgm:prSet>
      <dgm:spPr/>
    </dgm:pt>
    <dgm:pt modelId="{CB383537-D0FE-43DB-99F8-0BDF4CD66CAE}" type="pres">
      <dgm:prSet presAssocID="{2D6AC65C-D54F-42EB-8D65-35A788E30B75}" presName="FiveNodes_2" presStyleLbl="node1" presStyleIdx="1" presStyleCnt="5">
        <dgm:presLayoutVars>
          <dgm:bulletEnabled val="1"/>
        </dgm:presLayoutVars>
      </dgm:prSet>
      <dgm:spPr/>
    </dgm:pt>
    <dgm:pt modelId="{7529D1E1-FDF4-4EE7-9DE9-E170C530F419}" type="pres">
      <dgm:prSet presAssocID="{2D6AC65C-D54F-42EB-8D65-35A788E30B75}" presName="FiveNodes_3" presStyleLbl="node1" presStyleIdx="2" presStyleCnt="5">
        <dgm:presLayoutVars>
          <dgm:bulletEnabled val="1"/>
        </dgm:presLayoutVars>
      </dgm:prSet>
      <dgm:spPr/>
    </dgm:pt>
    <dgm:pt modelId="{51E84927-ABE0-434C-AB7D-6E9A4A00F30E}" type="pres">
      <dgm:prSet presAssocID="{2D6AC65C-D54F-42EB-8D65-35A788E30B75}" presName="FiveNodes_4" presStyleLbl="node1" presStyleIdx="3" presStyleCnt="5">
        <dgm:presLayoutVars>
          <dgm:bulletEnabled val="1"/>
        </dgm:presLayoutVars>
      </dgm:prSet>
      <dgm:spPr/>
    </dgm:pt>
    <dgm:pt modelId="{86C16546-5E7F-4C1C-884F-1B86CE0D3713}" type="pres">
      <dgm:prSet presAssocID="{2D6AC65C-D54F-42EB-8D65-35A788E30B75}" presName="FiveNodes_5" presStyleLbl="node1" presStyleIdx="4" presStyleCnt="5">
        <dgm:presLayoutVars>
          <dgm:bulletEnabled val="1"/>
        </dgm:presLayoutVars>
      </dgm:prSet>
      <dgm:spPr/>
    </dgm:pt>
    <dgm:pt modelId="{02609855-215F-4D50-829D-598B21539693}" type="pres">
      <dgm:prSet presAssocID="{2D6AC65C-D54F-42EB-8D65-35A788E30B75}" presName="FiveConn_1-2" presStyleLbl="fgAccFollowNode1" presStyleIdx="0" presStyleCnt="4">
        <dgm:presLayoutVars>
          <dgm:bulletEnabled val="1"/>
        </dgm:presLayoutVars>
      </dgm:prSet>
      <dgm:spPr/>
    </dgm:pt>
    <dgm:pt modelId="{C5DDB676-2390-4F75-8635-3E7CFD0BA509}" type="pres">
      <dgm:prSet presAssocID="{2D6AC65C-D54F-42EB-8D65-35A788E30B75}" presName="FiveConn_2-3" presStyleLbl="fgAccFollowNode1" presStyleIdx="1" presStyleCnt="4">
        <dgm:presLayoutVars>
          <dgm:bulletEnabled val="1"/>
        </dgm:presLayoutVars>
      </dgm:prSet>
      <dgm:spPr/>
    </dgm:pt>
    <dgm:pt modelId="{E9DCEC50-5FB1-415A-B3F8-717BB5A65BB0}" type="pres">
      <dgm:prSet presAssocID="{2D6AC65C-D54F-42EB-8D65-35A788E30B75}" presName="FiveConn_3-4" presStyleLbl="fgAccFollowNode1" presStyleIdx="2" presStyleCnt="4">
        <dgm:presLayoutVars>
          <dgm:bulletEnabled val="1"/>
        </dgm:presLayoutVars>
      </dgm:prSet>
      <dgm:spPr/>
    </dgm:pt>
    <dgm:pt modelId="{43349ABC-C092-47FF-AC17-C051297536C8}" type="pres">
      <dgm:prSet presAssocID="{2D6AC65C-D54F-42EB-8D65-35A788E30B75}" presName="FiveConn_4-5" presStyleLbl="fgAccFollowNode1" presStyleIdx="3" presStyleCnt="4">
        <dgm:presLayoutVars>
          <dgm:bulletEnabled val="1"/>
        </dgm:presLayoutVars>
      </dgm:prSet>
      <dgm:spPr/>
    </dgm:pt>
    <dgm:pt modelId="{FECF1EDD-E9CC-4D19-96F7-A01B875332A5}" type="pres">
      <dgm:prSet presAssocID="{2D6AC65C-D54F-42EB-8D65-35A788E30B75}" presName="FiveNodes_1_text" presStyleLbl="node1" presStyleIdx="4" presStyleCnt="5">
        <dgm:presLayoutVars>
          <dgm:bulletEnabled val="1"/>
        </dgm:presLayoutVars>
      </dgm:prSet>
      <dgm:spPr/>
    </dgm:pt>
    <dgm:pt modelId="{1AB12F13-0B67-44A9-A47B-79930840CFDB}" type="pres">
      <dgm:prSet presAssocID="{2D6AC65C-D54F-42EB-8D65-35A788E30B75}" presName="FiveNodes_2_text" presStyleLbl="node1" presStyleIdx="4" presStyleCnt="5">
        <dgm:presLayoutVars>
          <dgm:bulletEnabled val="1"/>
        </dgm:presLayoutVars>
      </dgm:prSet>
      <dgm:spPr/>
    </dgm:pt>
    <dgm:pt modelId="{9800C793-AB99-4CA7-9060-B6DEE387924B}" type="pres">
      <dgm:prSet presAssocID="{2D6AC65C-D54F-42EB-8D65-35A788E30B75}" presName="FiveNodes_3_text" presStyleLbl="node1" presStyleIdx="4" presStyleCnt="5">
        <dgm:presLayoutVars>
          <dgm:bulletEnabled val="1"/>
        </dgm:presLayoutVars>
      </dgm:prSet>
      <dgm:spPr/>
    </dgm:pt>
    <dgm:pt modelId="{5828CE32-4F97-4373-AEED-076205E6B36A}" type="pres">
      <dgm:prSet presAssocID="{2D6AC65C-D54F-42EB-8D65-35A788E30B75}" presName="FiveNodes_4_text" presStyleLbl="node1" presStyleIdx="4" presStyleCnt="5">
        <dgm:presLayoutVars>
          <dgm:bulletEnabled val="1"/>
        </dgm:presLayoutVars>
      </dgm:prSet>
      <dgm:spPr/>
    </dgm:pt>
    <dgm:pt modelId="{0FB502D9-B21D-48DD-B9C6-05112BDBB940}" type="pres">
      <dgm:prSet presAssocID="{2D6AC65C-D54F-42EB-8D65-35A788E30B75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3D71700A-0039-4260-877D-3D672C740E67}" type="presOf" srcId="{2F364514-8517-4011-BB9F-2D251F3408FC}" destId="{FECF1EDD-E9CC-4D19-96F7-A01B875332A5}" srcOrd="1" destOrd="0" presId="urn:microsoft.com/office/officeart/2005/8/layout/vProcess5"/>
    <dgm:cxn modelId="{6782FE32-2F54-4338-8908-08E766D7951B}" type="presOf" srcId="{BCD36D52-550D-4251-B38E-C38959D70EC7}" destId="{CB383537-D0FE-43DB-99F8-0BDF4CD66CAE}" srcOrd="0" destOrd="0" presId="urn:microsoft.com/office/officeart/2005/8/layout/vProcess5"/>
    <dgm:cxn modelId="{AC4BC534-54F9-4276-AA1F-89ECF7A40951}" type="presOf" srcId="{AD2393CC-BF96-4830-8BF4-A86301FA60FD}" destId="{5828CE32-4F97-4373-AEED-076205E6B36A}" srcOrd="1" destOrd="0" presId="urn:microsoft.com/office/officeart/2005/8/layout/vProcess5"/>
    <dgm:cxn modelId="{BAD4303D-E6DD-43F6-BE38-C4A3DB99617D}" srcId="{2D6AC65C-D54F-42EB-8D65-35A788E30B75}" destId="{BCD36D52-550D-4251-B38E-C38959D70EC7}" srcOrd="1" destOrd="0" parTransId="{B33B022F-4FB8-43AA-9499-0E9BD9C6DD06}" sibTransId="{C89C321D-5DC8-4122-8F6A-B60237B2B88F}"/>
    <dgm:cxn modelId="{ECA2C33F-E891-45FB-B990-30AA9E71734D}" type="presOf" srcId="{2F364514-8517-4011-BB9F-2D251F3408FC}" destId="{C68560F0-B287-4EAF-B6E1-13DD9CF8A4D1}" srcOrd="0" destOrd="0" presId="urn:microsoft.com/office/officeart/2005/8/layout/vProcess5"/>
    <dgm:cxn modelId="{86038240-DD1F-4B69-B818-92530063733E}" type="presOf" srcId="{B1609025-A2DF-4F0B-8252-3E92A06AEACD}" destId="{43349ABC-C092-47FF-AC17-C051297536C8}" srcOrd="0" destOrd="0" presId="urn:microsoft.com/office/officeart/2005/8/layout/vProcess5"/>
    <dgm:cxn modelId="{7F7BA868-E9C8-411D-B2E6-BADC9FDD8782}" srcId="{2D6AC65C-D54F-42EB-8D65-35A788E30B75}" destId="{2F364514-8517-4011-BB9F-2D251F3408FC}" srcOrd="0" destOrd="0" parTransId="{E2F76B1D-D775-46BA-9122-331918468B22}" sibTransId="{8FE71926-3EE5-4657-AC60-AA2AFC482B4E}"/>
    <dgm:cxn modelId="{D121686C-EFBF-47F2-8879-DB8349B20F54}" type="presOf" srcId="{EC0BF48F-2424-44C1-AE31-A19A5ABADD26}" destId="{86C16546-5E7F-4C1C-884F-1B86CE0D3713}" srcOrd="0" destOrd="0" presId="urn:microsoft.com/office/officeart/2005/8/layout/vProcess5"/>
    <dgm:cxn modelId="{DBED6559-3ACA-4C74-BB5B-A7C5767FFD61}" type="presOf" srcId="{8FE71926-3EE5-4657-AC60-AA2AFC482B4E}" destId="{02609855-215F-4D50-829D-598B21539693}" srcOrd="0" destOrd="0" presId="urn:microsoft.com/office/officeart/2005/8/layout/vProcess5"/>
    <dgm:cxn modelId="{6C1B1F7B-6F9C-442A-AD1F-628E82283A0B}" type="presOf" srcId="{AD2393CC-BF96-4830-8BF4-A86301FA60FD}" destId="{51E84927-ABE0-434C-AB7D-6E9A4A00F30E}" srcOrd="0" destOrd="0" presId="urn:microsoft.com/office/officeart/2005/8/layout/vProcess5"/>
    <dgm:cxn modelId="{D1AE0A7D-0F59-41BF-9C48-34F402413AC9}" type="presOf" srcId="{2D6AC65C-D54F-42EB-8D65-35A788E30B75}" destId="{1B24982C-6639-4571-BD44-C7E593F73C7B}" srcOrd="0" destOrd="0" presId="urn:microsoft.com/office/officeart/2005/8/layout/vProcess5"/>
    <dgm:cxn modelId="{E0D12483-BA6C-42EC-B53F-485EE4813C1F}" srcId="{2D6AC65C-D54F-42EB-8D65-35A788E30B75}" destId="{EC0BF48F-2424-44C1-AE31-A19A5ABADD26}" srcOrd="4" destOrd="0" parTransId="{FCBBBDCD-A7CD-4756-9B2C-9B9D3451AEB3}" sibTransId="{EF19F310-91B8-40FC-A47F-AE4D0CEA9A96}"/>
    <dgm:cxn modelId="{4C19EB84-590B-4C09-B579-1684D75DB80B}" type="presOf" srcId="{F36F2BFF-4DF3-43A2-B28D-9B9C0C57492A}" destId="{9800C793-AB99-4CA7-9060-B6DEE387924B}" srcOrd="1" destOrd="0" presId="urn:microsoft.com/office/officeart/2005/8/layout/vProcess5"/>
    <dgm:cxn modelId="{8390238D-6A7A-424F-BC01-F6F0D13CFD0C}" type="presOf" srcId="{C89C321D-5DC8-4122-8F6A-B60237B2B88F}" destId="{C5DDB676-2390-4F75-8635-3E7CFD0BA509}" srcOrd="0" destOrd="0" presId="urn:microsoft.com/office/officeart/2005/8/layout/vProcess5"/>
    <dgm:cxn modelId="{7ABDEA9E-54DC-4B14-BF84-0E58021F9D45}" type="presOf" srcId="{EC0BF48F-2424-44C1-AE31-A19A5ABADD26}" destId="{0FB502D9-B21D-48DD-B9C6-05112BDBB940}" srcOrd="1" destOrd="0" presId="urn:microsoft.com/office/officeart/2005/8/layout/vProcess5"/>
    <dgm:cxn modelId="{9F8904A2-E766-4528-8B9D-C4395CF42CD2}" type="presOf" srcId="{F36F2BFF-4DF3-43A2-B28D-9B9C0C57492A}" destId="{7529D1E1-FDF4-4EE7-9DE9-E170C530F419}" srcOrd="0" destOrd="0" presId="urn:microsoft.com/office/officeart/2005/8/layout/vProcess5"/>
    <dgm:cxn modelId="{46AE64B6-D62F-4BEE-BCD1-0D33B9EB7B32}" type="presOf" srcId="{BCD36D52-550D-4251-B38E-C38959D70EC7}" destId="{1AB12F13-0B67-44A9-A47B-79930840CFDB}" srcOrd="1" destOrd="0" presId="urn:microsoft.com/office/officeart/2005/8/layout/vProcess5"/>
    <dgm:cxn modelId="{0DCDACD9-D003-4BFF-BE69-8BC96320E75D}" srcId="{2D6AC65C-D54F-42EB-8D65-35A788E30B75}" destId="{AD2393CC-BF96-4830-8BF4-A86301FA60FD}" srcOrd="3" destOrd="0" parTransId="{55399AA4-595F-475A-9F8F-2CFFA443E04C}" sibTransId="{B1609025-A2DF-4F0B-8252-3E92A06AEACD}"/>
    <dgm:cxn modelId="{39A621DC-5469-4E7F-9DA1-EE053D840408}" type="presOf" srcId="{4DAAC334-7D12-4CBE-A46A-F4502CDF933B}" destId="{E9DCEC50-5FB1-415A-B3F8-717BB5A65BB0}" srcOrd="0" destOrd="0" presId="urn:microsoft.com/office/officeart/2005/8/layout/vProcess5"/>
    <dgm:cxn modelId="{4F54D3F8-E88E-41BE-A9AE-BE13E854C5E5}" srcId="{2D6AC65C-D54F-42EB-8D65-35A788E30B75}" destId="{F36F2BFF-4DF3-43A2-B28D-9B9C0C57492A}" srcOrd="2" destOrd="0" parTransId="{BDD2E595-EBEC-4282-ABA0-2DE16862B52D}" sibTransId="{4DAAC334-7D12-4CBE-A46A-F4502CDF933B}"/>
    <dgm:cxn modelId="{FCCB39D4-0B85-4787-8E92-2F4946A688C2}" type="presParOf" srcId="{1B24982C-6639-4571-BD44-C7E593F73C7B}" destId="{FD7C5E0F-22D3-44A9-B4EC-F958E58DF488}" srcOrd="0" destOrd="0" presId="urn:microsoft.com/office/officeart/2005/8/layout/vProcess5"/>
    <dgm:cxn modelId="{EA9B5CF6-ADA2-4AE4-83EB-F800BAEB3486}" type="presParOf" srcId="{1B24982C-6639-4571-BD44-C7E593F73C7B}" destId="{C68560F0-B287-4EAF-B6E1-13DD9CF8A4D1}" srcOrd="1" destOrd="0" presId="urn:microsoft.com/office/officeart/2005/8/layout/vProcess5"/>
    <dgm:cxn modelId="{566899D6-E77A-46E0-8873-6BA1EBCECC19}" type="presParOf" srcId="{1B24982C-6639-4571-BD44-C7E593F73C7B}" destId="{CB383537-D0FE-43DB-99F8-0BDF4CD66CAE}" srcOrd="2" destOrd="0" presId="urn:microsoft.com/office/officeart/2005/8/layout/vProcess5"/>
    <dgm:cxn modelId="{DD825EFD-C889-4009-8A0B-2B6E6878B814}" type="presParOf" srcId="{1B24982C-6639-4571-BD44-C7E593F73C7B}" destId="{7529D1E1-FDF4-4EE7-9DE9-E170C530F419}" srcOrd="3" destOrd="0" presId="urn:microsoft.com/office/officeart/2005/8/layout/vProcess5"/>
    <dgm:cxn modelId="{26BBF86C-20A9-499A-AF82-D87E839A374C}" type="presParOf" srcId="{1B24982C-6639-4571-BD44-C7E593F73C7B}" destId="{51E84927-ABE0-434C-AB7D-6E9A4A00F30E}" srcOrd="4" destOrd="0" presId="urn:microsoft.com/office/officeart/2005/8/layout/vProcess5"/>
    <dgm:cxn modelId="{92682339-7C47-4B03-B1D9-3B7B54C0286D}" type="presParOf" srcId="{1B24982C-6639-4571-BD44-C7E593F73C7B}" destId="{86C16546-5E7F-4C1C-884F-1B86CE0D3713}" srcOrd="5" destOrd="0" presId="urn:microsoft.com/office/officeart/2005/8/layout/vProcess5"/>
    <dgm:cxn modelId="{06E959C3-1072-4D9E-9487-836B8E696695}" type="presParOf" srcId="{1B24982C-6639-4571-BD44-C7E593F73C7B}" destId="{02609855-215F-4D50-829D-598B21539693}" srcOrd="6" destOrd="0" presId="urn:microsoft.com/office/officeart/2005/8/layout/vProcess5"/>
    <dgm:cxn modelId="{2ADACC6F-8FB1-4706-8D27-C38E8B2D1BDB}" type="presParOf" srcId="{1B24982C-6639-4571-BD44-C7E593F73C7B}" destId="{C5DDB676-2390-4F75-8635-3E7CFD0BA509}" srcOrd="7" destOrd="0" presId="urn:microsoft.com/office/officeart/2005/8/layout/vProcess5"/>
    <dgm:cxn modelId="{B26C0DDD-E214-46D4-819A-657B4239D7FC}" type="presParOf" srcId="{1B24982C-6639-4571-BD44-C7E593F73C7B}" destId="{E9DCEC50-5FB1-415A-B3F8-717BB5A65BB0}" srcOrd="8" destOrd="0" presId="urn:microsoft.com/office/officeart/2005/8/layout/vProcess5"/>
    <dgm:cxn modelId="{1C3109AF-3AA6-4D9E-993B-D30655D1248B}" type="presParOf" srcId="{1B24982C-6639-4571-BD44-C7E593F73C7B}" destId="{43349ABC-C092-47FF-AC17-C051297536C8}" srcOrd="9" destOrd="0" presId="urn:microsoft.com/office/officeart/2005/8/layout/vProcess5"/>
    <dgm:cxn modelId="{450A2362-5EF3-430D-9CE7-EAE5F468C1BB}" type="presParOf" srcId="{1B24982C-6639-4571-BD44-C7E593F73C7B}" destId="{FECF1EDD-E9CC-4D19-96F7-A01B875332A5}" srcOrd="10" destOrd="0" presId="urn:microsoft.com/office/officeart/2005/8/layout/vProcess5"/>
    <dgm:cxn modelId="{9317AD91-085A-4A15-93F8-44D35C33067A}" type="presParOf" srcId="{1B24982C-6639-4571-BD44-C7E593F73C7B}" destId="{1AB12F13-0B67-44A9-A47B-79930840CFDB}" srcOrd="11" destOrd="0" presId="urn:microsoft.com/office/officeart/2005/8/layout/vProcess5"/>
    <dgm:cxn modelId="{6C9D56F4-E4C7-4293-B189-DC1BCA789656}" type="presParOf" srcId="{1B24982C-6639-4571-BD44-C7E593F73C7B}" destId="{9800C793-AB99-4CA7-9060-B6DEE387924B}" srcOrd="12" destOrd="0" presId="urn:microsoft.com/office/officeart/2005/8/layout/vProcess5"/>
    <dgm:cxn modelId="{796AFA2B-A541-4511-969F-E03CAA5AA500}" type="presParOf" srcId="{1B24982C-6639-4571-BD44-C7E593F73C7B}" destId="{5828CE32-4F97-4373-AEED-076205E6B36A}" srcOrd="13" destOrd="0" presId="urn:microsoft.com/office/officeart/2005/8/layout/vProcess5"/>
    <dgm:cxn modelId="{6CB8B031-213D-4E3D-8CFF-5319456A7A6B}" type="presParOf" srcId="{1B24982C-6639-4571-BD44-C7E593F73C7B}" destId="{0FB502D9-B21D-48DD-B9C6-05112BDBB940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CBF1CDD9-32BB-47BD-94A5-AB50C2B095D3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CD99EC3-8109-4F2F-B681-39E169B79E34}">
      <dgm:prSet/>
      <dgm:spPr/>
      <dgm:t>
        <a:bodyPr/>
        <a:lstStyle/>
        <a:p>
          <a:r>
            <a:rPr lang="en-US"/>
            <a:t>Simulated periodic beacon traffic using curl:</a:t>
          </a:r>
        </a:p>
      </dgm:t>
    </dgm:pt>
    <dgm:pt modelId="{7041EF4F-2B46-4415-BF50-D2CDDAEF6A08}" type="parTrans" cxnId="{7D58D413-EAC6-496B-9A40-4BD22647094F}">
      <dgm:prSet/>
      <dgm:spPr/>
      <dgm:t>
        <a:bodyPr/>
        <a:lstStyle/>
        <a:p>
          <a:endParaRPr lang="en-US"/>
        </a:p>
      </dgm:t>
    </dgm:pt>
    <dgm:pt modelId="{EA3A089C-1915-4675-A85B-E0FDBED29127}" type="sibTrans" cxnId="{7D58D413-EAC6-496B-9A40-4BD22647094F}">
      <dgm:prSet/>
      <dgm:spPr/>
      <dgm:t>
        <a:bodyPr/>
        <a:lstStyle/>
        <a:p>
          <a:endParaRPr lang="en-US"/>
        </a:p>
      </dgm:t>
    </dgm:pt>
    <dgm:pt modelId="{C5B66537-1598-4563-B563-B844EC656574}">
      <dgm:prSet/>
      <dgm:spPr/>
      <dgm:t>
        <a:bodyPr/>
        <a:lstStyle/>
        <a:p>
          <a:r>
            <a:rPr lang="en-US"/>
            <a:t>while true; do curl http://malicious-c2.com/ping; sleep 30; done</a:t>
          </a:r>
        </a:p>
      </dgm:t>
    </dgm:pt>
    <dgm:pt modelId="{4E094E2A-78C9-4CFA-BEF0-D8DDD455BC6D}" type="parTrans" cxnId="{6FCA1957-2AC7-4B69-A958-936508CF135D}">
      <dgm:prSet/>
      <dgm:spPr/>
      <dgm:t>
        <a:bodyPr/>
        <a:lstStyle/>
        <a:p>
          <a:endParaRPr lang="en-US"/>
        </a:p>
      </dgm:t>
    </dgm:pt>
    <dgm:pt modelId="{3F75F129-8DD6-41DC-8608-88C9D5743EE5}" type="sibTrans" cxnId="{6FCA1957-2AC7-4B69-A958-936508CF135D}">
      <dgm:prSet/>
      <dgm:spPr/>
      <dgm:t>
        <a:bodyPr/>
        <a:lstStyle/>
        <a:p>
          <a:endParaRPr lang="en-US"/>
        </a:p>
      </dgm:t>
    </dgm:pt>
    <dgm:pt modelId="{7ABCEB29-9275-42DD-9CAB-CF6D92EC3770}">
      <dgm:prSet/>
      <dgm:spPr/>
      <dgm:t>
        <a:bodyPr/>
        <a:lstStyle/>
        <a:p>
          <a:r>
            <a:rPr lang="en-US"/>
            <a:t>Wrote Snort rule to detect suspicious C2 traffic</a:t>
          </a:r>
        </a:p>
      </dgm:t>
    </dgm:pt>
    <dgm:pt modelId="{CFA590E4-62FD-41FF-8487-63519BC1582D}" type="parTrans" cxnId="{4C9ED413-FAA4-4C00-ACA7-584836990BA2}">
      <dgm:prSet/>
      <dgm:spPr/>
      <dgm:t>
        <a:bodyPr/>
        <a:lstStyle/>
        <a:p>
          <a:endParaRPr lang="en-US"/>
        </a:p>
      </dgm:t>
    </dgm:pt>
    <dgm:pt modelId="{58FD475C-214E-4B75-B4D0-659E570FB095}" type="sibTrans" cxnId="{4C9ED413-FAA4-4C00-ACA7-584836990BA2}">
      <dgm:prSet/>
      <dgm:spPr/>
      <dgm:t>
        <a:bodyPr/>
        <a:lstStyle/>
        <a:p>
          <a:endParaRPr lang="en-US"/>
        </a:p>
      </dgm:t>
    </dgm:pt>
    <dgm:pt modelId="{5C9A4526-27A5-4312-9C84-84EEBBEB3CE1}">
      <dgm:prSet/>
      <dgm:spPr/>
      <dgm:t>
        <a:bodyPr/>
        <a:lstStyle/>
        <a:p>
          <a:r>
            <a:rPr lang="en-US"/>
            <a:t>Alerts triggered for beacon attempts</a:t>
          </a:r>
        </a:p>
      </dgm:t>
    </dgm:pt>
    <dgm:pt modelId="{C4F9B227-B043-4877-987F-81404525E8DC}" type="parTrans" cxnId="{AE5BE0CD-4B77-42E3-847D-C01163B8FF71}">
      <dgm:prSet/>
      <dgm:spPr/>
      <dgm:t>
        <a:bodyPr/>
        <a:lstStyle/>
        <a:p>
          <a:endParaRPr lang="en-US"/>
        </a:p>
      </dgm:t>
    </dgm:pt>
    <dgm:pt modelId="{8E6BBA58-EDB0-470E-A0E8-BE260A00522C}" type="sibTrans" cxnId="{AE5BE0CD-4B77-42E3-847D-C01163B8FF71}">
      <dgm:prSet/>
      <dgm:spPr/>
      <dgm:t>
        <a:bodyPr/>
        <a:lstStyle/>
        <a:p>
          <a:endParaRPr lang="en-US"/>
        </a:p>
      </dgm:t>
    </dgm:pt>
    <dgm:pt modelId="{9FC16554-D556-4D8B-81F6-B8854F1F2573}" type="pres">
      <dgm:prSet presAssocID="{CBF1CDD9-32BB-47BD-94A5-AB50C2B095D3}" presName="outerComposite" presStyleCnt="0">
        <dgm:presLayoutVars>
          <dgm:chMax val="5"/>
          <dgm:dir/>
          <dgm:resizeHandles val="exact"/>
        </dgm:presLayoutVars>
      </dgm:prSet>
      <dgm:spPr/>
    </dgm:pt>
    <dgm:pt modelId="{F3F96B6E-31F5-4CB4-A950-6409F445CD1B}" type="pres">
      <dgm:prSet presAssocID="{CBF1CDD9-32BB-47BD-94A5-AB50C2B095D3}" presName="dummyMaxCanvas" presStyleCnt="0">
        <dgm:presLayoutVars/>
      </dgm:prSet>
      <dgm:spPr/>
    </dgm:pt>
    <dgm:pt modelId="{C2D0EDED-41BA-4FCE-94DB-32946F495828}" type="pres">
      <dgm:prSet presAssocID="{CBF1CDD9-32BB-47BD-94A5-AB50C2B095D3}" presName="FourNodes_1" presStyleLbl="node1" presStyleIdx="0" presStyleCnt="4">
        <dgm:presLayoutVars>
          <dgm:bulletEnabled val="1"/>
        </dgm:presLayoutVars>
      </dgm:prSet>
      <dgm:spPr/>
    </dgm:pt>
    <dgm:pt modelId="{96FE8302-CA86-4F53-997B-ACC12D2FB314}" type="pres">
      <dgm:prSet presAssocID="{CBF1CDD9-32BB-47BD-94A5-AB50C2B095D3}" presName="FourNodes_2" presStyleLbl="node1" presStyleIdx="1" presStyleCnt="4">
        <dgm:presLayoutVars>
          <dgm:bulletEnabled val="1"/>
        </dgm:presLayoutVars>
      </dgm:prSet>
      <dgm:spPr/>
    </dgm:pt>
    <dgm:pt modelId="{FEEB439B-58FE-4CA3-8E94-BE0F37D30EFB}" type="pres">
      <dgm:prSet presAssocID="{CBF1CDD9-32BB-47BD-94A5-AB50C2B095D3}" presName="FourNodes_3" presStyleLbl="node1" presStyleIdx="2" presStyleCnt="4">
        <dgm:presLayoutVars>
          <dgm:bulletEnabled val="1"/>
        </dgm:presLayoutVars>
      </dgm:prSet>
      <dgm:spPr/>
    </dgm:pt>
    <dgm:pt modelId="{0BC9B384-DFAA-41C0-83EE-9C930B72B5A0}" type="pres">
      <dgm:prSet presAssocID="{CBF1CDD9-32BB-47BD-94A5-AB50C2B095D3}" presName="FourNodes_4" presStyleLbl="node1" presStyleIdx="3" presStyleCnt="4">
        <dgm:presLayoutVars>
          <dgm:bulletEnabled val="1"/>
        </dgm:presLayoutVars>
      </dgm:prSet>
      <dgm:spPr/>
    </dgm:pt>
    <dgm:pt modelId="{92E65D03-37F3-4A7D-B19F-0F876953B5F3}" type="pres">
      <dgm:prSet presAssocID="{CBF1CDD9-32BB-47BD-94A5-AB50C2B095D3}" presName="FourConn_1-2" presStyleLbl="fgAccFollowNode1" presStyleIdx="0" presStyleCnt="3">
        <dgm:presLayoutVars>
          <dgm:bulletEnabled val="1"/>
        </dgm:presLayoutVars>
      </dgm:prSet>
      <dgm:spPr/>
    </dgm:pt>
    <dgm:pt modelId="{B7E3EEA6-AF46-4EDE-BCBE-A9B9235DAE98}" type="pres">
      <dgm:prSet presAssocID="{CBF1CDD9-32BB-47BD-94A5-AB50C2B095D3}" presName="FourConn_2-3" presStyleLbl="fgAccFollowNode1" presStyleIdx="1" presStyleCnt="3">
        <dgm:presLayoutVars>
          <dgm:bulletEnabled val="1"/>
        </dgm:presLayoutVars>
      </dgm:prSet>
      <dgm:spPr/>
    </dgm:pt>
    <dgm:pt modelId="{D9B33D6D-BD16-48C2-A9EF-391CFEBF63F3}" type="pres">
      <dgm:prSet presAssocID="{CBF1CDD9-32BB-47BD-94A5-AB50C2B095D3}" presName="FourConn_3-4" presStyleLbl="fgAccFollowNode1" presStyleIdx="2" presStyleCnt="3">
        <dgm:presLayoutVars>
          <dgm:bulletEnabled val="1"/>
        </dgm:presLayoutVars>
      </dgm:prSet>
      <dgm:spPr/>
    </dgm:pt>
    <dgm:pt modelId="{31F7079D-C5C1-44EE-8DB3-293F75D05857}" type="pres">
      <dgm:prSet presAssocID="{CBF1CDD9-32BB-47BD-94A5-AB50C2B095D3}" presName="FourNodes_1_text" presStyleLbl="node1" presStyleIdx="3" presStyleCnt="4">
        <dgm:presLayoutVars>
          <dgm:bulletEnabled val="1"/>
        </dgm:presLayoutVars>
      </dgm:prSet>
      <dgm:spPr/>
    </dgm:pt>
    <dgm:pt modelId="{C489903D-FF1A-4C9F-A14D-A25C372593FC}" type="pres">
      <dgm:prSet presAssocID="{CBF1CDD9-32BB-47BD-94A5-AB50C2B095D3}" presName="FourNodes_2_text" presStyleLbl="node1" presStyleIdx="3" presStyleCnt="4">
        <dgm:presLayoutVars>
          <dgm:bulletEnabled val="1"/>
        </dgm:presLayoutVars>
      </dgm:prSet>
      <dgm:spPr/>
    </dgm:pt>
    <dgm:pt modelId="{274FE990-838A-420A-AD75-8CC3A3C09745}" type="pres">
      <dgm:prSet presAssocID="{CBF1CDD9-32BB-47BD-94A5-AB50C2B095D3}" presName="FourNodes_3_text" presStyleLbl="node1" presStyleIdx="3" presStyleCnt="4">
        <dgm:presLayoutVars>
          <dgm:bulletEnabled val="1"/>
        </dgm:presLayoutVars>
      </dgm:prSet>
      <dgm:spPr/>
    </dgm:pt>
    <dgm:pt modelId="{D142D724-56AB-4CBC-8526-FD421AD55565}" type="pres">
      <dgm:prSet presAssocID="{CBF1CDD9-32BB-47BD-94A5-AB50C2B095D3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7D58D413-EAC6-496B-9A40-4BD22647094F}" srcId="{CBF1CDD9-32BB-47BD-94A5-AB50C2B095D3}" destId="{5CD99EC3-8109-4F2F-B681-39E169B79E34}" srcOrd="0" destOrd="0" parTransId="{7041EF4F-2B46-4415-BF50-D2CDDAEF6A08}" sibTransId="{EA3A089C-1915-4675-A85B-E0FDBED29127}"/>
    <dgm:cxn modelId="{4C9ED413-FAA4-4C00-ACA7-584836990BA2}" srcId="{CBF1CDD9-32BB-47BD-94A5-AB50C2B095D3}" destId="{7ABCEB29-9275-42DD-9CAB-CF6D92EC3770}" srcOrd="2" destOrd="0" parTransId="{CFA590E4-62FD-41FF-8487-63519BC1582D}" sibTransId="{58FD475C-214E-4B75-B4D0-659E570FB095}"/>
    <dgm:cxn modelId="{05FFB62F-07CD-4804-8DD4-C4E564273B3D}" type="presOf" srcId="{5CD99EC3-8109-4F2F-B681-39E169B79E34}" destId="{C2D0EDED-41BA-4FCE-94DB-32946F495828}" srcOrd="0" destOrd="0" presId="urn:microsoft.com/office/officeart/2005/8/layout/vProcess5"/>
    <dgm:cxn modelId="{7D00CD63-8E78-48F9-BAD1-178D33908A44}" type="presOf" srcId="{5CD99EC3-8109-4F2F-B681-39E169B79E34}" destId="{31F7079D-C5C1-44EE-8DB3-293F75D05857}" srcOrd="1" destOrd="0" presId="urn:microsoft.com/office/officeart/2005/8/layout/vProcess5"/>
    <dgm:cxn modelId="{6FCA1957-2AC7-4B69-A958-936508CF135D}" srcId="{CBF1CDD9-32BB-47BD-94A5-AB50C2B095D3}" destId="{C5B66537-1598-4563-B563-B844EC656574}" srcOrd="1" destOrd="0" parTransId="{4E094E2A-78C9-4CFA-BEF0-D8DDD455BC6D}" sibTransId="{3F75F129-8DD6-41DC-8608-88C9D5743EE5}"/>
    <dgm:cxn modelId="{EF2CBD91-88AF-4C4C-BE22-42F54C054AE1}" type="presOf" srcId="{CBF1CDD9-32BB-47BD-94A5-AB50C2B095D3}" destId="{9FC16554-D556-4D8B-81F6-B8854F1F2573}" srcOrd="0" destOrd="0" presId="urn:microsoft.com/office/officeart/2005/8/layout/vProcess5"/>
    <dgm:cxn modelId="{FF1A77AB-E7C1-4CFF-A631-AF8B96CCAE36}" type="presOf" srcId="{7ABCEB29-9275-42DD-9CAB-CF6D92EC3770}" destId="{FEEB439B-58FE-4CA3-8E94-BE0F37D30EFB}" srcOrd="0" destOrd="0" presId="urn:microsoft.com/office/officeart/2005/8/layout/vProcess5"/>
    <dgm:cxn modelId="{EFB35AAF-65D2-43A2-A2D3-3369A46DD245}" type="presOf" srcId="{5C9A4526-27A5-4312-9C84-84EEBBEB3CE1}" destId="{D142D724-56AB-4CBC-8526-FD421AD55565}" srcOrd="1" destOrd="0" presId="urn:microsoft.com/office/officeart/2005/8/layout/vProcess5"/>
    <dgm:cxn modelId="{FD4D5DC5-D0A1-4FC8-A089-A8165FB1489B}" type="presOf" srcId="{EA3A089C-1915-4675-A85B-E0FDBED29127}" destId="{92E65D03-37F3-4A7D-B19F-0F876953B5F3}" srcOrd="0" destOrd="0" presId="urn:microsoft.com/office/officeart/2005/8/layout/vProcess5"/>
    <dgm:cxn modelId="{BFA17FC6-8E75-4ED6-9E47-893E7FE5AD8D}" type="presOf" srcId="{7ABCEB29-9275-42DD-9CAB-CF6D92EC3770}" destId="{274FE990-838A-420A-AD75-8CC3A3C09745}" srcOrd="1" destOrd="0" presId="urn:microsoft.com/office/officeart/2005/8/layout/vProcess5"/>
    <dgm:cxn modelId="{39E149CD-3B5D-42FE-B033-C633DE017B5C}" type="presOf" srcId="{5C9A4526-27A5-4312-9C84-84EEBBEB3CE1}" destId="{0BC9B384-DFAA-41C0-83EE-9C930B72B5A0}" srcOrd="0" destOrd="0" presId="urn:microsoft.com/office/officeart/2005/8/layout/vProcess5"/>
    <dgm:cxn modelId="{AE5BE0CD-4B77-42E3-847D-C01163B8FF71}" srcId="{CBF1CDD9-32BB-47BD-94A5-AB50C2B095D3}" destId="{5C9A4526-27A5-4312-9C84-84EEBBEB3CE1}" srcOrd="3" destOrd="0" parTransId="{C4F9B227-B043-4877-987F-81404525E8DC}" sibTransId="{8E6BBA58-EDB0-470E-A0E8-BE260A00522C}"/>
    <dgm:cxn modelId="{02D19ED3-C961-401B-85CA-11E96613282E}" type="presOf" srcId="{C5B66537-1598-4563-B563-B844EC656574}" destId="{96FE8302-CA86-4F53-997B-ACC12D2FB314}" srcOrd="0" destOrd="0" presId="urn:microsoft.com/office/officeart/2005/8/layout/vProcess5"/>
    <dgm:cxn modelId="{977040E3-849A-4232-9B1E-604C61DDF247}" type="presOf" srcId="{C5B66537-1598-4563-B563-B844EC656574}" destId="{C489903D-FF1A-4C9F-A14D-A25C372593FC}" srcOrd="1" destOrd="0" presId="urn:microsoft.com/office/officeart/2005/8/layout/vProcess5"/>
    <dgm:cxn modelId="{4CDAB0E9-C7D8-4778-AAA5-1E3B9EF5F7F3}" type="presOf" srcId="{3F75F129-8DD6-41DC-8608-88C9D5743EE5}" destId="{B7E3EEA6-AF46-4EDE-BCBE-A9B9235DAE98}" srcOrd="0" destOrd="0" presId="urn:microsoft.com/office/officeart/2005/8/layout/vProcess5"/>
    <dgm:cxn modelId="{EE8797F1-6CD1-4BEA-B80D-23DBBEF21373}" type="presOf" srcId="{58FD475C-214E-4B75-B4D0-659E570FB095}" destId="{D9B33D6D-BD16-48C2-A9EF-391CFEBF63F3}" srcOrd="0" destOrd="0" presId="urn:microsoft.com/office/officeart/2005/8/layout/vProcess5"/>
    <dgm:cxn modelId="{4EA508DD-DAF7-4CDC-9AFF-BDB42927AE9C}" type="presParOf" srcId="{9FC16554-D556-4D8B-81F6-B8854F1F2573}" destId="{F3F96B6E-31F5-4CB4-A950-6409F445CD1B}" srcOrd="0" destOrd="0" presId="urn:microsoft.com/office/officeart/2005/8/layout/vProcess5"/>
    <dgm:cxn modelId="{4811A613-077C-4D60-8B2E-3BAA26E8C975}" type="presParOf" srcId="{9FC16554-D556-4D8B-81F6-B8854F1F2573}" destId="{C2D0EDED-41BA-4FCE-94DB-32946F495828}" srcOrd="1" destOrd="0" presId="urn:microsoft.com/office/officeart/2005/8/layout/vProcess5"/>
    <dgm:cxn modelId="{911256B7-076A-4EB5-85C6-3947E5090D68}" type="presParOf" srcId="{9FC16554-D556-4D8B-81F6-B8854F1F2573}" destId="{96FE8302-CA86-4F53-997B-ACC12D2FB314}" srcOrd="2" destOrd="0" presId="urn:microsoft.com/office/officeart/2005/8/layout/vProcess5"/>
    <dgm:cxn modelId="{4B0571F3-FD1B-429C-922C-1C4D4DA9D91B}" type="presParOf" srcId="{9FC16554-D556-4D8B-81F6-B8854F1F2573}" destId="{FEEB439B-58FE-4CA3-8E94-BE0F37D30EFB}" srcOrd="3" destOrd="0" presId="urn:microsoft.com/office/officeart/2005/8/layout/vProcess5"/>
    <dgm:cxn modelId="{4B5FA088-BD47-4E25-A40B-FA643BFBF817}" type="presParOf" srcId="{9FC16554-D556-4D8B-81F6-B8854F1F2573}" destId="{0BC9B384-DFAA-41C0-83EE-9C930B72B5A0}" srcOrd="4" destOrd="0" presId="urn:microsoft.com/office/officeart/2005/8/layout/vProcess5"/>
    <dgm:cxn modelId="{9636AFA9-8438-4733-A55F-71BA83A34C08}" type="presParOf" srcId="{9FC16554-D556-4D8B-81F6-B8854F1F2573}" destId="{92E65D03-37F3-4A7D-B19F-0F876953B5F3}" srcOrd="5" destOrd="0" presId="urn:microsoft.com/office/officeart/2005/8/layout/vProcess5"/>
    <dgm:cxn modelId="{42B64A23-4D7F-4961-AAAC-E9E1FE8E0ED0}" type="presParOf" srcId="{9FC16554-D556-4D8B-81F6-B8854F1F2573}" destId="{B7E3EEA6-AF46-4EDE-BCBE-A9B9235DAE98}" srcOrd="6" destOrd="0" presId="urn:microsoft.com/office/officeart/2005/8/layout/vProcess5"/>
    <dgm:cxn modelId="{1BEBB3BE-8BE0-428B-B2F3-1D3BE1148808}" type="presParOf" srcId="{9FC16554-D556-4D8B-81F6-B8854F1F2573}" destId="{D9B33D6D-BD16-48C2-A9EF-391CFEBF63F3}" srcOrd="7" destOrd="0" presId="urn:microsoft.com/office/officeart/2005/8/layout/vProcess5"/>
    <dgm:cxn modelId="{59E62A80-DD0D-4D3E-8C1B-5BE10D4D8B98}" type="presParOf" srcId="{9FC16554-D556-4D8B-81F6-B8854F1F2573}" destId="{31F7079D-C5C1-44EE-8DB3-293F75D05857}" srcOrd="8" destOrd="0" presId="urn:microsoft.com/office/officeart/2005/8/layout/vProcess5"/>
    <dgm:cxn modelId="{7560A9D7-D381-4482-83AE-C1903D333FE3}" type="presParOf" srcId="{9FC16554-D556-4D8B-81F6-B8854F1F2573}" destId="{C489903D-FF1A-4C9F-A14D-A25C372593FC}" srcOrd="9" destOrd="0" presId="urn:microsoft.com/office/officeart/2005/8/layout/vProcess5"/>
    <dgm:cxn modelId="{BF97F62D-F066-4BBD-B0A7-7830F1629FCB}" type="presParOf" srcId="{9FC16554-D556-4D8B-81F6-B8854F1F2573}" destId="{274FE990-838A-420A-AD75-8CC3A3C09745}" srcOrd="10" destOrd="0" presId="urn:microsoft.com/office/officeart/2005/8/layout/vProcess5"/>
    <dgm:cxn modelId="{BFBF0E63-FC60-4093-9408-2A785B00C2EE}" type="presParOf" srcId="{9FC16554-D556-4D8B-81F6-B8854F1F2573}" destId="{D142D724-56AB-4CBC-8526-FD421AD55565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0DB6200E-1520-478D-AE86-75DC09829415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91839BA-762C-4DF6-B200-B1F8EE22DB8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Snort successfully detected:</a:t>
          </a:r>
        </a:p>
      </dgm:t>
    </dgm:pt>
    <dgm:pt modelId="{73ADC988-0C34-46A5-8760-5EB71720767D}" type="parTrans" cxnId="{08DA921A-E846-4EA6-BF07-0D8FD2C0BB51}">
      <dgm:prSet/>
      <dgm:spPr/>
      <dgm:t>
        <a:bodyPr/>
        <a:lstStyle/>
        <a:p>
          <a:endParaRPr lang="en-US"/>
        </a:p>
      </dgm:t>
    </dgm:pt>
    <dgm:pt modelId="{2D392104-D63E-46F4-9AE3-02F941B9EE47}" type="sibTrans" cxnId="{08DA921A-E846-4EA6-BF07-0D8FD2C0BB51}">
      <dgm:prSet/>
      <dgm:spPr/>
      <dgm:t>
        <a:bodyPr/>
        <a:lstStyle/>
        <a:p>
          <a:endParaRPr lang="en-US"/>
        </a:p>
      </dgm:t>
    </dgm:pt>
    <dgm:pt modelId="{75699CF8-0218-439A-BFE2-4E90221C33E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Nmap reconnaissance scans</a:t>
          </a:r>
        </a:p>
      </dgm:t>
    </dgm:pt>
    <dgm:pt modelId="{E15D5C20-8D08-4DAD-99E1-2DCD243ED5A5}" type="parTrans" cxnId="{BE2C2E63-DAC8-4989-BD00-782600739931}">
      <dgm:prSet/>
      <dgm:spPr/>
      <dgm:t>
        <a:bodyPr/>
        <a:lstStyle/>
        <a:p>
          <a:endParaRPr lang="en-US"/>
        </a:p>
      </dgm:t>
    </dgm:pt>
    <dgm:pt modelId="{09816B27-B647-41F6-84F9-5FDE2E4BC13F}" type="sibTrans" cxnId="{BE2C2E63-DAC8-4989-BD00-782600739931}">
      <dgm:prSet/>
      <dgm:spPr/>
      <dgm:t>
        <a:bodyPr/>
        <a:lstStyle/>
        <a:p>
          <a:endParaRPr lang="en-US"/>
        </a:p>
      </dgm:t>
    </dgm:pt>
    <dgm:pt modelId="{DA89402F-5CF9-4383-81FD-97956C20303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SSH brute-force attempts</a:t>
          </a:r>
        </a:p>
      </dgm:t>
    </dgm:pt>
    <dgm:pt modelId="{B238EE0D-D3D4-4032-B2B4-301272F91F3A}" type="parTrans" cxnId="{AA57A8F7-5560-4198-92AA-3EF84C85C037}">
      <dgm:prSet/>
      <dgm:spPr/>
      <dgm:t>
        <a:bodyPr/>
        <a:lstStyle/>
        <a:p>
          <a:endParaRPr lang="en-US"/>
        </a:p>
      </dgm:t>
    </dgm:pt>
    <dgm:pt modelId="{5FC8FDCC-FE78-4CF1-82A0-AFB56C12BD0C}" type="sibTrans" cxnId="{AA57A8F7-5560-4198-92AA-3EF84C85C037}">
      <dgm:prSet/>
      <dgm:spPr/>
      <dgm:t>
        <a:bodyPr/>
        <a:lstStyle/>
        <a:p>
          <a:endParaRPr lang="en-US"/>
        </a:p>
      </dgm:t>
    </dgm:pt>
    <dgm:pt modelId="{C1F02D20-2553-4C32-B170-76255F19716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Simulated malware beaconing</a:t>
          </a:r>
        </a:p>
      </dgm:t>
    </dgm:pt>
    <dgm:pt modelId="{3140A302-F25B-4B7F-A767-1E6B0851838E}" type="parTrans" cxnId="{2A414F75-030C-4D43-8029-5E9E19971665}">
      <dgm:prSet/>
      <dgm:spPr/>
      <dgm:t>
        <a:bodyPr/>
        <a:lstStyle/>
        <a:p>
          <a:endParaRPr lang="en-US"/>
        </a:p>
      </dgm:t>
    </dgm:pt>
    <dgm:pt modelId="{9276A0EB-C74A-4DA4-B810-0D51AEA084F7}" type="sibTrans" cxnId="{2A414F75-030C-4D43-8029-5E9E19971665}">
      <dgm:prSet/>
      <dgm:spPr/>
      <dgm:t>
        <a:bodyPr/>
        <a:lstStyle/>
        <a:p>
          <a:endParaRPr lang="en-US"/>
        </a:p>
      </dgm:t>
    </dgm:pt>
    <dgm:pt modelId="{9B691D3F-E057-4A8F-9FD1-0D3B256FC78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Alerts verified in Snort logs and console</a:t>
          </a:r>
        </a:p>
      </dgm:t>
    </dgm:pt>
    <dgm:pt modelId="{26441193-BB49-41C4-BF9C-3111A91C5234}" type="parTrans" cxnId="{8EAB387A-5EBA-49AE-94E6-BACA1B9EB2AC}">
      <dgm:prSet/>
      <dgm:spPr/>
      <dgm:t>
        <a:bodyPr/>
        <a:lstStyle/>
        <a:p>
          <a:endParaRPr lang="en-US"/>
        </a:p>
      </dgm:t>
    </dgm:pt>
    <dgm:pt modelId="{EAF57B89-ECEC-4A02-8C81-C858764E344B}" type="sibTrans" cxnId="{8EAB387A-5EBA-49AE-94E6-BACA1B9EB2AC}">
      <dgm:prSet/>
      <dgm:spPr/>
      <dgm:t>
        <a:bodyPr/>
        <a:lstStyle/>
        <a:p>
          <a:endParaRPr lang="en-US"/>
        </a:p>
      </dgm:t>
    </dgm:pt>
    <dgm:pt modelId="{7F0812BD-6AE5-4AC2-A09B-6053B2070B6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Screenshots collected for evidence</a:t>
          </a:r>
        </a:p>
      </dgm:t>
    </dgm:pt>
    <dgm:pt modelId="{D5242333-E4BD-4CA9-BE2D-FCB7C82A6FC8}" type="parTrans" cxnId="{77FC30AA-0F55-4CA1-87A4-31FB3F044FE7}">
      <dgm:prSet/>
      <dgm:spPr/>
      <dgm:t>
        <a:bodyPr/>
        <a:lstStyle/>
        <a:p>
          <a:endParaRPr lang="en-US"/>
        </a:p>
      </dgm:t>
    </dgm:pt>
    <dgm:pt modelId="{A91E7C75-9326-40D0-A39F-06D0D337AADA}" type="sibTrans" cxnId="{77FC30AA-0F55-4CA1-87A4-31FB3F044FE7}">
      <dgm:prSet/>
      <dgm:spPr/>
      <dgm:t>
        <a:bodyPr/>
        <a:lstStyle/>
        <a:p>
          <a:endParaRPr lang="en-US"/>
        </a:p>
      </dgm:t>
    </dgm:pt>
    <dgm:pt modelId="{14ABE283-A6DF-4266-9816-35AD4D2919EB}" type="pres">
      <dgm:prSet presAssocID="{0DB6200E-1520-478D-AE86-75DC09829415}" presName="root" presStyleCnt="0">
        <dgm:presLayoutVars>
          <dgm:dir/>
          <dgm:resizeHandles val="exact"/>
        </dgm:presLayoutVars>
      </dgm:prSet>
      <dgm:spPr/>
    </dgm:pt>
    <dgm:pt modelId="{A9C225BA-1B07-427F-9B33-029D61758CCC}" type="pres">
      <dgm:prSet presAssocID="{891839BA-762C-4DF6-B200-B1F8EE22DB87}" presName="compNode" presStyleCnt="0"/>
      <dgm:spPr/>
    </dgm:pt>
    <dgm:pt modelId="{1E81E63C-A62F-436F-92BC-9C74C02FBFC0}" type="pres">
      <dgm:prSet presAssocID="{891839BA-762C-4DF6-B200-B1F8EE22DB87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xclamation Mark"/>
        </a:ext>
      </dgm:extLst>
    </dgm:pt>
    <dgm:pt modelId="{3F2C1DD9-AC89-4E6A-9AEC-D19E97FC65B3}" type="pres">
      <dgm:prSet presAssocID="{891839BA-762C-4DF6-B200-B1F8EE22DB87}" presName="spaceRect" presStyleCnt="0"/>
      <dgm:spPr/>
    </dgm:pt>
    <dgm:pt modelId="{0F264FFB-FAD7-44B2-AD82-A582C1A25056}" type="pres">
      <dgm:prSet presAssocID="{891839BA-762C-4DF6-B200-B1F8EE22DB87}" presName="textRect" presStyleLbl="revTx" presStyleIdx="0" presStyleCnt="6">
        <dgm:presLayoutVars>
          <dgm:chMax val="1"/>
          <dgm:chPref val="1"/>
        </dgm:presLayoutVars>
      </dgm:prSet>
      <dgm:spPr/>
    </dgm:pt>
    <dgm:pt modelId="{8C2A16AF-3C48-4F72-924B-DA519E8C7F25}" type="pres">
      <dgm:prSet presAssocID="{2D392104-D63E-46F4-9AE3-02F941B9EE47}" presName="sibTrans" presStyleCnt="0"/>
      <dgm:spPr/>
    </dgm:pt>
    <dgm:pt modelId="{07F23F01-5A08-4352-B81B-B6BD8137CD58}" type="pres">
      <dgm:prSet presAssocID="{75699CF8-0218-439A-BFE2-4E90221C33E4}" presName="compNode" presStyleCnt="0"/>
      <dgm:spPr/>
    </dgm:pt>
    <dgm:pt modelId="{8AEB9DBB-BAE6-4BCA-8511-35F3431B1FC8}" type="pres">
      <dgm:prSet presAssocID="{75699CF8-0218-439A-BFE2-4E90221C33E4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-Fi"/>
        </a:ext>
      </dgm:extLst>
    </dgm:pt>
    <dgm:pt modelId="{D7B75482-CF8A-439A-9883-763AB952CE0B}" type="pres">
      <dgm:prSet presAssocID="{75699CF8-0218-439A-BFE2-4E90221C33E4}" presName="spaceRect" presStyleCnt="0"/>
      <dgm:spPr/>
    </dgm:pt>
    <dgm:pt modelId="{DEDA8370-7EAF-4015-8651-25F29079DE22}" type="pres">
      <dgm:prSet presAssocID="{75699CF8-0218-439A-BFE2-4E90221C33E4}" presName="textRect" presStyleLbl="revTx" presStyleIdx="1" presStyleCnt="6">
        <dgm:presLayoutVars>
          <dgm:chMax val="1"/>
          <dgm:chPref val="1"/>
        </dgm:presLayoutVars>
      </dgm:prSet>
      <dgm:spPr/>
    </dgm:pt>
    <dgm:pt modelId="{64777D16-234A-4FAA-B31F-634B5F243D44}" type="pres">
      <dgm:prSet presAssocID="{09816B27-B647-41F6-84F9-5FDE2E4BC13F}" presName="sibTrans" presStyleCnt="0"/>
      <dgm:spPr/>
    </dgm:pt>
    <dgm:pt modelId="{AE3B182F-E303-42AE-8517-B2844C57F58B}" type="pres">
      <dgm:prSet presAssocID="{DA89402F-5CF9-4383-81FD-97956C20303C}" presName="compNode" presStyleCnt="0"/>
      <dgm:spPr/>
    </dgm:pt>
    <dgm:pt modelId="{A123C75C-2A9A-41E8-A914-8A9B314D27B8}" type="pres">
      <dgm:prSet presAssocID="{DA89402F-5CF9-4383-81FD-97956C20303C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049E2721-C7D0-47F5-B0EB-1E3F43A7A35A}" type="pres">
      <dgm:prSet presAssocID="{DA89402F-5CF9-4383-81FD-97956C20303C}" presName="spaceRect" presStyleCnt="0"/>
      <dgm:spPr/>
    </dgm:pt>
    <dgm:pt modelId="{8C6486DD-024C-49B2-A82B-C55AB1E2C98F}" type="pres">
      <dgm:prSet presAssocID="{DA89402F-5CF9-4383-81FD-97956C20303C}" presName="textRect" presStyleLbl="revTx" presStyleIdx="2" presStyleCnt="6">
        <dgm:presLayoutVars>
          <dgm:chMax val="1"/>
          <dgm:chPref val="1"/>
        </dgm:presLayoutVars>
      </dgm:prSet>
      <dgm:spPr/>
    </dgm:pt>
    <dgm:pt modelId="{6C17072C-80D3-4AA6-8EF1-4D3EB55C1995}" type="pres">
      <dgm:prSet presAssocID="{5FC8FDCC-FE78-4CF1-82A0-AFB56C12BD0C}" presName="sibTrans" presStyleCnt="0"/>
      <dgm:spPr/>
    </dgm:pt>
    <dgm:pt modelId="{1152ECB9-1B8D-420A-9F3E-A8C49FA93167}" type="pres">
      <dgm:prSet presAssocID="{C1F02D20-2553-4C32-B170-76255F19716C}" presName="compNode" presStyleCnt="0"/>
      <dgm:spPr/>
    </dgm:pt>
    <dgm:pt modelId="{47891C47-7276-4AA6-8A0E-B1F971BB5531}" type="pres">
      <dgm:prSet presAssocID="{C1F02D20-2553-4C32-B170-76255F19716C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6CCC1B21-0460-4CBD-B80B-8F9B0C68C9D1}" type="pres">
      <dgm:prSet presAssocID="{C1F02D20-2553-4C32-B170-76255F19716C}" presName="spaceRect" presStyleCnt="0"/>
      <dgm:spPr/>
    </dgm:pt>
    <dgm:pt modelId="{19886070-E1F3-43B5-B6FE-158475771024}" type="pres">
      <dgm:prSet presAssocID="{C1F02D20-2553-4C32-B170-76255F19716C}" presName="textRect" presStyleLbl="revTx" presStyleIdx="3" presStyleCnt="6">
        <dgm:presLayoutVars>
          <dgm:chMax val="1"/>
          <dgm:chPref val="1"/>
        </dgm:presLayoutVars>
      </dgm:prSet>
      <dgm:spPr/>
    </dgm:pt>
    <dgm:pt modelId="{578AEB6E-F3C0-454C-8FA9-93E579E0A425}" type="pres">
      <dgm:prSet presAssocID="{9276A0EB-C74A-4DA4-B810-0D51AEA084F7}" presName="sibTrans" presStyleCnt="0"/>
      <dgm:spPr/>
    </dgm:pt>
    <dgm:pt modelId="{029E942D-A7CB-4206-8173-FC3CCC24EA42}" type="pres">
      <dgm:prSet presAssocID="{9B691D3F-E057-4A8F-9FD1-0D3B256FC781}" presName="compNode" presStyleCnt="0"/>
      <dgm:spPr/>
    </dgm:pt>
    <dgm:pt modelId="{F0A2E789-6306-4637-8660-91F4FF040E94}" type="pres">
      <dgm:prSet presAssocID="{9B691D3F-E057-4A8F-9FD1-0D3B256FC781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ll"/>
        </a:ext>
      </dgm:extLst>
    </dgm:pt>
    <dgm:pt modelId="{A08DD6BC-D5DE-42DC-915B-52F05906A7FF}" type="pres">
      <dgm:prSet presAssocID="{9B691D3F-E057-4A8F-9FD1-0D3B256FC781}" presName="spaceRect" presStyleCnt="0"/>
      <dgm:spPr/>
    </dgm:pt>
    <dgm:pt modelId="{17BC2A56-8D25-477A-B9E6-FAAD2E6455B4}" type="pres">
      <dgm:prSet presAssocID="{9B691D3F-E057-4A8F-9FD1-0D3B256FC781}" presName="textRect" presStyleLbl="revTx" presStyleIdx="4" presStyleCnt="6">
        <dgm:presLayoutVars>
          <dgm:chMax val="1"/>
          <dgm:chPref val="1"/>
        </dgm:presLayoutVars>
      </dgm:prSet>
      <dgm:spPr/>
    </dgm:pt>
    <dgm:pt modelId="{25DF9DE8-2DE8-43DD-93D5-664A73725BC2}" type="pres">
      <dgm:prSet presAssocID="{EAF57B89-ECEC-4A02-8C81-C858764E344B}" presName="sibTrans" presStyleCnt="0"/>
      <dgm:spPr/>
    </dgm:pt>
    <dgm:pt modelId="{E5B99AB9-A79D-4405-9FBE-865A978B88BA}" type="pres">
      <dgm:prSet presAssocID="{7F0812BD-6AE5-4AC2-A09B-6053B2070B61}" presName="compNode" presStyleCnt="0"/>
      <dgm:spPr/>
    </dgm:pt>
    <dgm:pt modelId="{5A081700-8D36-42A2-9F59-12DEB0F86D8A}" type="pres">
      <dgm:prSet presAssocID="{7F0812BD-6AE5-4AC2-A09B-6053B2070B61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mera"/>
        </a:ext>
      </dgm:extLst>
    </dgm:pt>
    <dgm:pt modelId="{B3A7B1D2-D2E5-4BCA-A287-E7A7033F7F2E}" type="pres">
      <dgm:prSet presAssocID="{7F0812BD-6AE5-4AC2-A09B-6053B2070B61}" presName="spaceRect" presStyleCnt="0"/>
      <dgm:spPr/>
    </dgm:pt>
    <dgm:pt modelId="{90594349-470B-4727-82EA-7BF9B66F725A}" type="pres">
      <dgm:prSet presAssocID="{7F0812BD-6AE5-4AC2-A09B-6053B2070B61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08DA921A-E846-4EA6-BF07-0D8FD2C0BB51}" srcId="{0DB6200E-1520-478D-AE86-75DC09829415}" destId="{891839BA-762C-4DF6-B200-B1F8EE22DB87}" srcOrd="0" destOrd="0" parTransId="{73ADC988-0C34-46A5-8760-5EB71720767D}" sibTransId="{2D392104-D63E-46F4-9AE3-02F941B9EE47}"/>
    <dgm:cxn modelId="{BE2C2E63-DAC8-4989-BD00-782600739931}" srcId="{0DB6200E-1520-478D-AE86-75DC09829415}" destId="{75699CF8-0218-439A-BFE2-4E90221C33E4}" srcOrd="1" destOrd="0" parTransId="{E15D5C20-8D08-4DAD-99E1-2DCD243ED5A5}" sibTransId="{09816B27-B647-41F6-84F9-5FDE2E4BC13F}"/>
    <dgm:cxn modelId="{C91D104E-8947-432D-8F36-79751E990FA4}" type="presOf" srcId="{7F0812BD-6AE5-4AC2-A09B-6053B2070B61}" destId="{90594349-470B-4727-82EA-7BF9B66F725A}" srcOrd="0" destOrd="0" presId="urn:microsoft.com/office/officeart/2018/2/layout/IconLabelList"/>
    <dgm:cxn modelId="{328E5250-0300-4E11-95B5-0FED4493C143}" type="presOf" srcId="{9B691D3F-E057-4A8F-9FD1-0D3B256FC781}" destId="{17BC2A56-8D25-477A-B9E6-FAAD2E6455B4}" srcOrd="0" destOrd="0" presId="urn:microsoft.com/office/officeart/2018/2/layout/IconLabelList"/>
    <dgm:cxn modelId="{2A414F75-030C-4D43-8029-5E9E19971665}" srcId="{0DB6200E-1520-478D-AE86-75DC09829415}" destId="{C1F02D20-2553-4C32-B170-76255F19716C}" srcOrd="3" destOrd="0" parTransId="{3140A302-F25B-4B7F-A767-1E6B0851838E}" sibTransId="{9276A0EB-C74A-4DA4-B810-0D51AEA084F7}"/>
    <dgm:cxn modelId="{82E21659-7E65-4DF4-A197-8D711707EE92}" type="presOf" srcId="{891839BA-762C-4DF6-B200-B1F8EE22DB87}" destId="{0F264FFB-FAD7-44B2-AD82-A582C1A25056}" srcOrd="0" destOrd="0" presId="urn:microsoft.com/office/officeart/2018/2/layout/IconLabelList"/>
    <dgm:cxn modelId="{8EAB387A-5EBA-49AE-94E6-BACA1B9EB2AC}" srcId="{0DB6200E-1520-478D-AE86-75DC09829415}" destId="{9B691D3F-E057-4A8F-9FD1-0D3B256FC781}" srcOrd="4" destOrd="0" parTransId="{26441193-BB49-41C4-BF9C-3111A91C5234}" sibTransId="{EAF57B89-ECEC-4A02-8C81-C858764E344B}"/>
    <dgm:cxn modelId="{305B3281-49E4-4E96-87B8-134E405F5211}" type="presOf" srcId="{C1F02D20-2553-4C32-B170-76255F19716C}" destId="{19886070-E1F3-43B5-B6FE-158475771024}" srcOrd="0" destOrd="0" presId="urn:microsoft.com/office/officeart/2018/2/layout/IconLabelList"/>
    <dgm:cxn modelId="{EA568A99-8CE1-46A8-8852-8D166124898D}" type="presOf" srcId="{0DB6200E-1520-478D-AE86-75DC09829415}" destId="{14ABE283-A6DF-4266-9816-35AD4D2919EB}" srcOrd="0" destOrd="0" presId="urn:microsoft.com/office/officeart/2018/2/layout/IconLabelList"/>
    <dgm:cxn modelId="{77FC30AA-0F55-4CA1-87A4-31FB3F044FE7}" srcId="{0DB6200E-1520-478D-AE86-75DC09829415}" destId="{7F0812BD-6AE5-4AC2-A09B-6053B2070B61}" srcOrd="5" destOrd="0" parTransId="{D5242333-E4BD-4CA9-BE2D-FCB7C82A6FC8}" sibTransId="{A91E7C75-9326-40D0-A39F-06D0D337AADA}"/>
    <dgm:cxn modelId="{10145EAF-7B53-4C7B-BAEE-1C732F0B8F76}" type="presOf" srcId="{75699CF8-0218-439A-BFE2-4E90221C33E4}" destId="{DEDA8370-7EAF-4015-8651-25F29079DE22}" srcOrd="0" destOrd="0" presId="urn:microsoft.com/office/officeart/2018/2/layout/IconLabelList"/>
    <dgm:cxn modelId="{F4C90DDA-CA87-4483-A674-279D4F2D2FF6}" type="presOf" srcId="{DA89402F-5CF9-4383-81FD-97956C20303C}" destId="{8C6486DD-024C-49B2-A82B-C55AB1E2C98F}" srcOrd="0" destOrd="0" presId="urn:microsoft.com/office/officeart/2018/2/layout/IconLabelList"/>
    <dgm:cxn modelId="{AA57A8F7-5560-4198-92AA-3EF84C85C037}" srcId="{0DB6200E-1520-478D-AE86-75DC09829415}" destId="{DA89402F-5CF9-4383-81FD-97956C20303C}" srcOrd="2" destOrd="0" parTransId="{B238EE0D-D3D4-4032-B2B4-301272F91F3A}" sibTransId="{5FC8FDCC-FE78-4CF1-82A0-AFB56C12BD0C}"/>
    <dgm:cxn modelId="{3A843D17-1C39-4C14-8896-C98119413BA2}" type="presParOf" srcId="{14ABE283-A6DF-4266-9816-35AD4D2919EB}" destId="{A9C225BA-1B07-427F-9B33-029D61758CCC}" srcOrd="0" destOrd="0" presId="urn:microsoft.com/office/officeart/2018/2/layout/IconLabelList"/>
    <dgm:cxn modelId="{4B63FB1D-F942-442E-BBE0-66D2FB8C1DD2}" type="presParOf" srcId="{A9C225BA-1B07-427F-9B33-029D61758CCC}" destId="{1E81E63C-A62F-436F-92BC-9C74C02FBFC0}" srcOrd="0" destOrd="0" presId="urn:microsoft.com/office/officeart/2018/2/layout/IconLabelList"/>
    <dgm:cxn modelId="{B2539E9C-235D-415C-AD49-C656FB8CFA82}" type="presParOf" srcId="{A9C225BA-1B07-427F-9B33-029D61758CCC}" destId="{3F2C1DD9-AC89-4E6A-9AEC-D19E97FC65B3}" srcOrd="1" destOrd="0" presId="urn:microsoft.com/office/officeart/2018/2/layout/IconLabelList"/>
    <dgm:cxn modelId="{1FE2F7B9-4850-4E36-A311-D6E8CB9A70FA}" type="presParOf" srcId="{A9C225BA-1B07-427F-9B33-029D61758CCC}" destId="{0F264FFB-FAD7-44B2-AD82-A582C1A25056}" srcOrd="2" destOrd="0" presId="urn:microsoft.com/office/officeart/2018/2/layout/IconLabelList"/>
    <dgm:cxn modelId="{957B1A6F-6D1A-45CD-B14A-71FA442DD4FD}" type="presParOf" srcId="{14ABE283-A6DF-4266-9816-35AD4D2919EB}" destId="{8C2A16AF-3C48-4F72-924B-DA519E8C7F25}" srcOrd="1" destOrd="0" presId="urn:microsoft.com/office/officeart/2018/2/layout/IconLabelList"/>
    <dgm:cxn modelId="{4260AE59-A576-4C42-9FBD-58B44A77CF05}" type="presParOf" srcId="{14ABE283-A6DF-4266-9816-35AD4D2919EB}" destId="{07F23F01-5A08-4352-B81B-B6BD8137CD58}" srcOrd="2" destOrd="0" presId="urn:microsoft.com/office/officeart/2018/2/layout/IconLabelList"/>
    <dgm:cxn modelId="{872EC05C-AF25-44BC-B6A2-9C8EA16A0B87}" type="presParOf" srcId="{07F23F01-5A08-4352-B81B-B6BD8137CD58}" destId="{8AEB9DBB-BAE6-4BCA-8511-35F3431B1FC8}" srcOrd="0" destOrd="0" presId="urn:microsoft.com/office/officeart/2018/2/layout/IconLabelList"/>
    <dgm:cxn modelId="{B39705FB-7816-4314-BC8F-D0D4B12752B7}" type="presParOf" srcId="{07F23F01-5A08-4352-B81B-B6BD8137CD58}" destId="{D7B75482-CF8A-439A-9883-763AB952CE0B}" srcOrd="1" destOrd="0" presId="urn:microsoft.com/office/officeart/2018/2/layout/IconLabelList"/>
    <dgm:cxn modelId="{EF26E743-5F27-4D0F-A2CC-54F250A686D0}" type="presParOf" srcId="{07F23F01-5A08-4352-B81B-B6BD8137CD58}" destId="{DEDA8370-7EAF-4015-8651-25F29079DE22}" srcOrd="2" destOrd="0" presId="urn:microsoft.com/office/officeart/2018/2/layout/IconLabelList"/>
    <dgm:cxn modelId="{530438E7-F5D4-4095-B75C-7F43898C3EE3}" type="presParOf" srcId="{14ABE283-A6DF-4266-9816-35AD4D2919EB}" destId="{64777D16-234A-4FAA-B31F-634B5F243D44}" srcOrd="3" destOrd="0" presId="urn:microsoft.com/office/officeart/2018/2/layout/IconLabelList"/>
    <dgm:cxn modelId="{260849AD-F57E-4CB5-A43B-EF3D1F77D2CC}" type="presParOf" srcId="{14ABE283-A6DF-4266-9816-35AD4D2919EB}" destId="{AE3B182F-E303-42AE-8517-B2844C57F58B}" srcOrd="4" destOrd="0" presId="urn:microsoft.com/office/officeart/2018/2/layout/IconLabelList"/>
    <dgm:cxn modelId="{A2ADC1DA-26A8-4E6B-8649-127D62F7CEE9}" type="presParOf" srcId="{AE3B182F-E303-42AE-8517-B2844C57F58B}" destId="{A123C75C-2A9A-41E8-A914-8A9B314D27B8}" srcOrd="0" destOrd="0" presId="urn:microsoft.com/office/officeart/2018/2/layout/IconLabelList"/>
    <dgm:cxn modelId="{8C885290-B002-4CB8-984A-0CE0B952BFBE}" type="presParOf" srcId="{AE3B182F-E303-42AE-8517-B2844C57F58B}" destId="{049E2721-C7D0-47F5-B0EB-1E3F43A7A35A}" srcOrd="1" destOrd="0" presId="urn:microsoft.com/office/officeart/2018/2/layout/IconLabelList"/>
    <dgm:cxn modelId="{BCB5746A-05E6-42DB-AF9E-2E1CDE0B33BE}" type="presParOf" srcId="{AE3B182F-E303-42AE-8517-B2844C57F58B}" destId="{8C6486DD-024C-49B2-A82B-C55AB1E2C98F}" srcOrd="2" destOrd="0" presId="urn:microsoft.com/office/officeart/2018/2/layout/IconLabelList"/>
    <dgm:cxn modelId="{2EFBF7C6-DB60-49BD-9F7A-CEFB8D77AA92}" type="presParOf" srcId="{14ABE283-A6DF-4266-9816-35AD4D2919EB}" destId="{6C17072C-80D3-4AA6-8EF1-4D3EB55C1995}" srcOrd="5" destOrd="0" presId="urn:microsoft.com/office/officeart/2018/2/layout/IconLabelList"/>
    <dgm:cxn modelId="{A63D7173-E89C-4F5E-BB27-FA002448449B}" type="presParOf" srcId="{14ABE283-A6DF-4266-9816-35AD4D2919EB}" destId="{1152ECB9-1B8D-420A-9F3E-A8C49FA93167}" srcOrd="6" destOrd="0" presId="urn:microsoft.com/office/officeart/2018/2/layout/IconLabelList"/>
    <dgm:cxn modelId="{DEAE72FD-412B-44CA-A811-96FC7E882012}" type="presParOf" srcId="{1152ECB9-1B8D-420A-9F3E-A8C49FA93167}" destId="{47891C47-7276-4AA6-8A0E-B1F971BB5531}" srcOrd="0" destOrd="0" presId="urn:microsoft.com/office/officeart/2018/2/layout/IconLabelList"/>
    <dgm:cxn modelId="{45688D53-4F1B-4591-B92F-1BD1B83A9419}" type="presParOf" srcId="{1152ECB9-1B8D-420A-9F3E-A8C49FA93167}" destId="{6CCC1B21-0460-4CBD-B80B-8F9B0C68C9D1}" srcOrd="1" destOrd="0" presId="urn:microsoft.com/office/officeart/2018/2/layout/IconLabelList"/>
    <dgm:cxn modelId="{18D2D8AC-3C75-4DF2-AA67-AD92BA9F0BD9}" type="presParOf" srcId="{1152ECB9-1B8D-420A-9F3E-A8C49FA93167}" destId="{19886070-E1F3-43B5-B6FE-158475771024}" srcOrd="2" destOrd="0" presId="urn:microsoft.com/office/officeart/2018/2/layout/IconLabelList"/>
    <dgm:cxn modelId="{0BF05997-87B1-4442-ABC5-434604896A45}" type="presParOf" srcId="{14ABE283-A6DF-4266-9816-35AD4D2919EB}" destId="{578AEB6E-F3C0-454C-8FA9-93E579E0A425}" srcOrd="7" destOrd="0" presId="urn:microsoft.com/office/officeart/2018/2/layout/IconLabelList"/>
    <dgm:cxn modelId="{617F8B23-3250-46AD-A216-A9530F1FA177}" type="presParOf" srcId="{14ABE283-A6DF-4266-9816-35AD4D2919EB}" destId="{029E942D-A7CB-4206-8173-FC3CCC24EA42}" srcOrd="8" destOrd="0" presId="urn:microsoft.com/office/officeart/2018/2/layout/IconLabelList"/>
    <dgm:cxn modelId="{259448C6-866C-43F4-AADD-162274ED9305}" type="presParOf" srcId="{029E942D-A7CB-4206-8173-FC3CCC24EA42}" destId="{F0A2E789-6306-4637-8660-91F4FF040E94}" srcOrd="0" destOrd="0" presId="urn:microsoft.com/office/officeart/2018/2/layout/IconLabelList"/>
    <dgm:cxn modelId="{788226FD-3869-4881-9D84-C516F142962F}" type="presParOf" srcId="{029E942D-A7CB-4206-8173-FC3CCC24EA42}" destId="{A08DD6BC-D5DE-42DC-915B-52F05906A7FF}" srcOrd="1" destOrd="0" presId="urn:microsoft.com/office/officeart/2018/2/layout/IconLabelList"/>
    <dgm:cxn modelId="{51299E49-72E5-47EB-BECB-059BD5493242}" type="presParOf" srcId="{029E942D-A7CB-4206-8173-FC3CCC24EA42}" destId="{17BC2A56-8D25-477A-B9E6-FAAD2E6455B4}" srcOrd="2" destOrd="0" presId="urn:microsoft.com/office/officeart/2018/2/layout/IconLabelList"/>
    <dgm:cxn modelId="{82C1B9A9-499F-4A41-992C-89D9ED264015}" type="presParOf" srcId="{14ABE283-A6DF-4266-9816-35AD4D2919EB}" destId="{25DF9DE8-2DE8-43DD-93D5-664A73725BC2}" srcOrd="9" destOrd="0" presId="urn:microsoft.com/office/officeart/2018/2/layout/IconLabelList"/>
    <dgm:cxn modelId="{0346F5CE-3577-4802-96D0-34165F3ACC0F}" type="presParOf" srcId="{14ABE283-A6DF-4266-9816-35AD4D2919EB}" destId="{E5B99AB9-A79D-4405-9FBE-865A978B88BA}" srcOrd="10" destOrd="0" presId="urn:microsoft.com/office/officeart/2018/2/layout/IconLabelList"/>
    <dgm:cxn modelId="{F54CAB89-9BA2-4443-8CE7-F34E9F81D014}" type="presParOf" srcId="{E5B99AB9-A79D-4405-9FBE-865A978B88BA}" destId="{5A081700-8D36-42A2-9F59-12DEB0F86D8A}" srcOrd="0" destOrd="0" presId="urn:microsoft.com/office/officeart/2018/2/layout/IconLabelList"/>
    <dgm:cxn modelId="{34B82472-D070-4655-8E72-6E22888E7790}" type="presParOf" srcId="{E5B99AB9-A79D-4405-9FBE-865A978B88BA}" destId="{B3A7B1D2-D2E5-4BCA-A287-E7A7033F7F2E}" srcOrd="1" destOrd="0" presId="urn:microsoft.com/office/officeart/2018/2/layout/IconLabelList"/>
    <dgm:cxn modelId="{BD1B7E8F-084A-4485-A0DB-EBD6D1C01DBF}" type="presParOf" srcId="{E5B99AB9-A79D-4405-9FBE-865A978B88BA}" destId="{90594349-470B-4727-82EA-7BF9B66F725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F9B4D3-A207-4703-8586-FE52DC731D06}">
      <dsp:nvSpPr>
        <dsp:cNvPr id="0" name=""/>
        <dsp:cNvSpPr/>
      </dsp:nvSpPr>
      <dsp:spPr>
        <a:xfrm>
          <a:off x="1718739" y="1000809"/>
          <a:ext cx="36493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64938" y="45720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91320" y="1044552"/>
        <a:ext cx="19776" cy="3955"/>
      </dsp:txXfrm>
    </dsp:sp>
    <dsp:sp modelId="{F61A084D-037B-4F57-99F1-583B795CD2CC}">
      <dsp:nvSpPr>
        <dsp:cNvPr id="0" name=""/>
        <dsp:cNvSpPr/>
      </dsp:nvSpPr>
      <dsp:spPr>
        <a:xfrm>
          <a:off x="805" y="530609"/>
          <a:ext cx="1719734" cy="103184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4268" tIns="88455" rIns="84268" bIns="8845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Setup and configure Snort as a Network Intrusion Detection System</a:t>
          </a:r>
        </a:p>
      </dsp:txBody>
      <dsp:txXfrm>
        <a:off x="805" y="530609"/>
        <a:ext cx="1719734" cy="1031840"/>
      </dsp:txXfrm>
    </dsp:sp>
    <dsp:sp modelId="{CB6F0C94-D7FD-474D-8BA6-D52CC41C503B}">
      <dsp:nvSpPr>
        <dsp:cNvPr id="0" name=""/>
        <dsp:cNvSpPr/>
      </dsp:nvSpPr>
      <dsp:spPr>
        <a:xfrm>
          <a:off x="860672" y="1560649"/>
          <a:ext cx="2115272" cy="364938"/>
        </a:xfrm>
        <a:custGeom>
          <a:avLst/>
          <a:gdLst/>
          <a:ahLst/>
          <a:cxnLst/>
          <a:rect l="0" t="0" r="0" b="0"/>
          <a:pathLst>
            <a:path>
              <a:moveTo>
                <a:pt x="2115272" y="0"/>
              </a:moveTo>
              <a:lnTo>
                <a:pt x="2115272" y="199569"/>
              </a:lnTo>
              <a:lnTo>
                <a:pt x="0" y="199569"/>
              </a:lnTo>
              <a:lnTo>
                <a:pt x="0" y="364938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64510" y="1741141"/>
        <a:ext cx="107596" cy="3955"/>
      </dsp:txXfrm>
    </dsp:sp>
    <dsp:sp modelId="{56AF6303-24B9-41FD-AC3A-FA7F2C518863}">
      <dsp:nvSpPr>
        <dsp:cNvPr id="0" name=""/>
        <dsp:cNvSpPr/>
      </dsp:nvSpPr>
      <dsp:spPr>
        <a:xfrm>
          <a:off x="2116078" y="530609"/>
          <a:ext cx="1719734" cy="103184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4268" tIns="88455" rIns="84268" bIns="8845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Write custom rules for detecting:</a:t>
          </a:r>
        </a:p>
      </dsp:txBody>
      <dsp:txXfrm>
        <a:off x="2116078" y="530609"/>
        <a:ext cx="1719734" cy="1031840"/>
      </dsp:txXfrm>
    </dsp:sp>
    <dsp:sp modelId="{42CFBB15-68E6-4EA7-A621-94881F30E917}">
      <dsp:nvSpPr>
        <dsp:cNvPr id="0" name=""/>
        <dsp:cNvSpPr/>
      </dsp:nvSpPr>
      <dsp:spPr>
        <a:xfrm>
          <a:off x="1718739" y="2428189"/>
          <a:ext cx="36493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64938" y="45720"/>
              </a:lnTo>
            </a:path>
          </a:pathLst>
        </a:custGeom>
        <a:noFill/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91320" y="2471931"/>
        <a:ext cx="19776" cy="3955"/>
      </dsp:txXfrm>
    </dsp:sp>
    <dsp:sp modelId="{9950543B-09EC-43DC-AE66-A69176CCC988}">
      <dsp:nvSpPr>
        <dsp:cNvPr id="0" name=""/>
        <dsp:cNvSpPr/>
      </dsp:nvSpPr>
      <dsp:spPr>
        <a:xfrm>
          <a:off x="805" y="1957988"/>
          <a:ext cx="1719734" cy="103184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4268" tIns="88455" rIns="84268" bIns="8845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- Nmap scans (SYN, FIN, Xmas)</a:t>
          </a:r>
        </a:p>
      </dsp:txBody>
      <dsp:txXfrm>
        <a:off x="805" y="1957988"/>
        <a:ext cx="1719734" cy="1031840"/>
      </dsp:txXfrm>
    </dsp:sp>
    <dsp:sp modelId="{2A10EE14-BA28-4993-B2F8-CFCB4B42912C}">
      <dsp:nvSpPr>
        <dsp:cNvPr id="0" name=""/>
        <dsp:cNvSpPr/>
      </dsp:nvSpPr>
      <dsp:spPr>
        <a:xfrm>
          <a:off x="860672" y="2988029"/>
          <a:ext cx="2115272" cy="364938"/>
        </a:xfrm>
        <a:custGeom>
          <a:avLst/>
          <a:gdLst/>
          <a:ahLst/>
          <a:cxnLst/>
          <a:rect l="0" t="0" r="0" b="0"/>
          <a:pathLst>
            <a:path>
              <a:moveTo>
                <a:pt x="2115272" y="0"/>
              </a:moveTo>
              <a:lnTo>
                <a:pt x="2115272" y="199569"/>
              </a:lnTo>
              <a:lnTo>
                <a:pt x="0" y="199569"/>
              </a:lnTo>
              <a:lnTo>
                <a:pt x="0" y="364938"/>
              </a:lnTo>
            </a:path>
          </a:pathLst>
        </a:custGeom>
        <a:noFill/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64510" y="3168520"/>
        <a:ext cx="107596" cy="3955"/>
      </dsp:txXfrm>
    </dsp:sp>
    <dsp:sp modelId="{15B72BAF-3522-487D-BD0E-F9A650249309}">
      <dsp:nvSpPr>
        <dsp:cNvPr id="0" name=""/>
        <dsp:cNvSpPr/>
      </dsp:nvSpPr>
      <dsp:spPr>
        <a:xfrm>
          <a:off x="2116078" y="1957988"/>
          <a:ext cx="1719734" cy="103184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4268" tIns="88455" rIns="84268" bIns="8845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- Brute-force attempts (SSH/FTP)</a:t>
          </a:r>
        </a:p>
      </dsp:txBody>
      <dsp:txXfrm>
        <a:off x="2116078" y="1957988"/>
        <a:ext cx="1719734" cy="1031840"/>
      </dsp:txXfrm>
    </dsp:sp>
    <dsp:sp modelId="{6BCCD027-FA77-4F43-8EFB-15EC01F7E98E}">
      <dsp:nvSpPr>
        <dsp:cNvPr id="0" name=""/>
        <dsp:cNvSpPr/>
      </dsp:nvSpPr>
      <dsp:spPr>
        <a:xfrm>
          <a:off x="1718739" y="3855568"/>
          <a:ext cx="36493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64938" y="45720"/>
              </a:lnTo>
            </a:path>
          </a:pathLst>
        </a:custGeom>
        <a:noFill/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91320" y="3899310"/>
        <a:ext cx="19776" cy="3955"/>
      </dsp:txXfrm>
    </dsp:sp>
    <dsp:sp modelId="{3349D80B-2DE6-4234-B3CD-88A460D472E7}">
      <dsp:nvSpPr>
        <dsp:cNvPr id="0" name=""/>
        <dsp:cNvSpPr/>
      </dsp:nvSpPr>
      <dsp:spPr>
        <a:xfrm>
          <a:off x="805" y="3385368"/>
          <a:ext cx="1719734" cy="1031840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4268" tIns="88455" rIns="84268" bIns="8845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- Malware Command &amp; Control traffic</a:t>
          </a:r>
        </a:p>
      </dsp:txBody>
      <dsp:txXfrm>
        <a:off x="805" y="3385368"/>
        <a:ext cx="1719734" cy="1031840"/>
      </dsp:txXfrm>
    </dsp:sp>
    <dsp:sp modelId="{1843168C-B651-46BC-A897-A33E5EF19D27}">
      <dsp:nvSpPr>
        <dsp:cNvPr id="0" name=""/>
        <dsp:cNvSpPr/>
      </dsp:nvSpPr>
      <dsp:spPr>
        <a:xfrm>
          <a:off x="2116078" y="3385368"/>
          <a:ext cx="1719734" cy="103184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4268" tIns="88455" rIns="84268" bIns="8845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Verify detection with simulated attacks</a:t>
          </a:r>
        </a:p>
      </dsp:txBody>
      <dsp:txXfrm>
        <a:off x="2116078" y="3385368"/>
        <a:ext cx="1719734" cy="10318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AB86BB-E70F-4911-9107-4F906192F1F3}">
      <dsp:nvSpPr>
        <dsp:cNvPr id="0" name=""/>
        <dsp:cNvSpPr/>
      </dsp:nvSpPr>
      <dsp:spPr>
        <a:xfrm>
          <a:off x="0" y="4250"/>
          <a:ext cx="5122926" cy="90536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A0167C-D9BE-49A1-B820-051802D60CE5}">
      <dsp:nvSpPr>
        <dsp:cNvPr id="0" name=""/>
        <dsp:cNvSpPr/>
      </dsp:nvSpPr>
      <dsp:spPr>
        <a:xfrm>
          <a:off x="273872" y="207957"/>
          <a:ext cx="497949" cy="4979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0CC2DA-20F9-435B-A3D7-33B7935A2C00}">
      <dsp:nvSpPr>
        <dsp:cNvPr id="0" name=""/>
        <dsp:cNvSpPr/>
      </dsp:nvSpPr>
      <dsp:spPr>
        <a:xfrm>
          <a:off x="1045694" y="4250"/>
          <a:ext cx="4077231" cy="905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818" tIns="95818" rIns="95818" bIns="9581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Snort (NIDS Engine)</a:t>
          </a:r>
        </a:p>
      </dsp:txBody>
      <dsp:txXfrm>
        <a:off x="1045694" y="4250"/>
        <a:ext cx="4077231" cy="905363"/>
      </dsp:txXfrm>
    </dsp:sp>
    <dsp:sp modelId="{CF487A53-30C3-488D-9AB5-C58FD7014199}">
      <dsp:nvSpPr>
        <dsp:cNvPr id="0" name=""/>
        <dsp:cNvSpPr/>
      </dsp:nvSpPr>
      <dsp:spPr>
        <a:xfrm>
          <a:off x="0" y="1135954"/>
          <a:ext cx="5122926" cy="90536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5DF069-1A88-4EE1-A089-6DA9B68829C7}">
      <dsp:nvSpPr>
        <dsp:cNvPr id="0" name=""/>
        <dsp:cNvSpPr/>
      </dsp:nvSpPr>
      <dsp:spPr>
        <a:xfrm>
          <a:off x="273872" y="1339661"/>
          <a:ext cx="497949" cy="4979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599CBC-983D-49E6-81D6-D92C6071B917}">
      <dsp:nvSpPr>
        <dsp:cNvPr id="0" name=""/>
        <dsp:cNvSpPr/>
      </dsp:nvSpPr>
      <dsp:spPr>
        <a:xfrm>
          <a:off x="1045694" y="1135954"/>
          <a:ext cx="4077231" cy="905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818" tIns="95818" rIns="95818" bIns="9581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Ubuntu Server (Target VM)</a:t>
          </a:r>
        </a:p>
      </dsp:txBody>
      <dsp:txXfrm>
        <a:off x="1045694" y="1135954"/>
        <a:ext cx="4077231" cy="905363"/>
      </dsp:txXfrm>
    </dsp:sp>
    <dsp:sp modelId="{DE2E5FA9-2510-4BD7-BF9F-5B8A4447649C}">
      <dsp:nvSpPr>
        <dsp:cNvPr id="0" name=""/>
        <dsp:cNvSpPr/>
      </dsp:nvSpPr>
      <dsp:spPr>
        <a:xfrm>
          <a:off x="0" y="2267658"/>
          <a:ext cx="5122926" cy="90536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FE2CFC-A90D-46BC-AE8D-5026C91FC992}">
      <dsp:nvSpPr>
        <dsp:cNvPr id="0" name=""/>
        <dsp:cNvSpPr/>
      </dsp:nvSpPr>
      <dsp:spPr>
        <a:xfrm>
          <a:off x="273872" y="2471365"/>
          <a:ext cx="497949" cy="4979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B3B8A0-BDD4-4CC5-89DE-8E3D40BC1811}">
      <dsp:nvSpPr>
        <dsp:cNvPr id="0" name=""/>
        <dsp:cNvSpPr/>
      </dsp:nvSpPr>
      <dsp:spPr>
        <a:xfrm>
          <a:off x="1045694" y="2267658"/>
          <a:ext cx="4077231" cy="905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818" tIns="95818" rIns="95818" bIns="9581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Kali Linux (Attacker VM)</a:t>
          </a:r>
        </a:p>
      </dsp:txBody>
      <dsp:txXfrm>
        <a:off x="1045694" y="2267658"/>
        <a:ext cx="4077231" cy="905363"/>
      </dsp:txXfrm>
    </dsp:sp>
    <dsp:sp modelId="{70D8593A-878A-4B18-A78B-CB1280A35571}">
      <dsp:nvSpPr>
        <dsp:cNvPr id="0" name=""/>
        <dsp:cNvSpPr/>
      </dsp:nvSpPr>
      <dsp:spPr>
        <a:xfrm>
          <a:off x="0" y="3399362"/>
          <a:ext cx="5122926" cy="90536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75C52E-6573-4A83-82EA-6D21C3FB6159}">
      <dsp:nvSpPr>
        <dsp:cNvPr id="0" name=""/>
        <dsp:cNvSpPr/>
      </dsp:nvSpPr>
      <dsp:spPr>
        <a:xfrm>
          <a:off x="273872" y="3603069"/>
          <a:ext cx="497949" cy="49794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91DF68-C89E-4877-A2FB-67B4554F6AB5}">
      <dsp:nvSpPr>
        <dsp:cNvPr id="0" name=""/>
        <dsp:cNvSpPr/>
      </dsp:nvSpPr>
      <dsp:spPr>
        <a:xfrm>
          <a:off x="1045694" y="3399362"/>
          <a:ext cx="4077231" cy="905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818" tIns="95818" rIns="95818" bIns="9581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Nmap, Hydra, Curl (Attack tools)</a:t>
          </a:r>
        </a:p>
      </dsp:txBody>
      <dsp:txXfrm>
        <a:off x="1045694" y="3399362"/>
        <a:ext cx="4077231" cy="905363"/>
      </dsp:txXfrm>
    </dsp:sp>
    <dsp:sp modelId="{154CD9F5-9004-4A11-A2A4-E09F8B61C44B}">
      <dsp:nvSpPr>
        <dsp:cNvPr id="0" name=""/>
        <dsp:cNvSpPr/>
      </dsp:nvSpPr>
      <dsp:spPr>
        <a:xfrm>
          <a:off x="0" y="4531066"/>
          <a:ext cx="5122926" cy="90536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0F82B6-CFFF-4752-82EF-FFA17840C0AB}">
      <dsp:nvSpPr>
        <dsp:cNvPr id="0" name=""/>
        <dsp:cNvSpPr/>
      </dsp:nvSpPr>
      <dsp:spPr>
        <a:xfrm>
          <a:off x="273872" y="4734773"/>
          <a:ext cx="497949" cy="49794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8B290A-C364-4284-BEC1-04A84F080360}">
      <dsp:nvSpPr>
        <dsp:cNvPr id="0" name=""/>
        <dsp:cNvSpPr/>
      </dsp:nvSpPr>
      <dsp:spPr>
        <a:xfrm>
          <a:off x="1045694" y="4531066"/>
          <a:ext cx="4077231" cy="905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818" tIns="95818" rIns="95818" bIns="9581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VirtualBox/VMware (Virtualization)</a:t>
          </a:r>
        </a:p>
      </dsp:txBody>
      <dsp:txXfrm>
        <a:off x="1045694" y="4531066"/>
        <a:ext cx="4077231" cy="90536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0828C6-D6CE-48E7-8813-F6DFAF788FE8}">
      <dsp:nvSpPr>
        <dsp:cNvPr id="0" name=""/>
        <dsp:cNvSpPr/>
      </dsp:nvSpPr>
      <dsp:spPr>
        <a:xfrm>
          <a:off x="0" y="3170"/>
          <a:ext cx="3996927" cy="675218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36CB72-D7A4-44B2-812F-72BAE7EC7C69}">
      <dsp:nvSpPr>
        <dsp:cNvPr id="0" name=""/>
        <dsp:cNvSpPr/>
      </dsp:nvSpPr>
      <dsp:spPr>
        <a:xfrm>
          <a:off x="204253" y="155094"/>
          <a:ext cx="371370" cy="37137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A17079-66A3-49C3-B2DA-138047F4A56C}">
      <dsp:nvSpPr>
        <dsp:cNvPr id="0" name=""/>
        <dsp:cNvSpPr/>
      </dsp:nvSpPr>
      <dsp:spPr>
        <a:xfrm>
          <a:off x="779877" y="3170"/>
          <a:ext cx="3217049" cy="6752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461" tIns="71461" rIns="71461" bIns="71461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VirtualBox/VMware with two VMs:</a:t>
          </a:r>
        </a:p>
      </dsp:txBody>
      <dsp:txXfrm>
        <a:off x="779877" y="3170"/>
        <a:ext cx="3217049" cy="675218"/>
      </dsp:txXfrm>
    </dsp:sp>
    <dsp:sp modelId="{C244A240-3ECF-4A2E-93A4-5D58940D1DF4}">
      <dsp:nvSpPr>
        <dsp:cNvPr id="0" name=""/>
        <dsp:cNvSpPr/>
      </dsp:nvSpPr>
      <dsp:spPr>
        <a:xfrm>
          <a:off x="0" y="847192"/>
          <a:ext cx="3996927" cy="675218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95C788-97D3-43A6-9186-4F31195B535F}">
      <dsp:nvSpPr>
        <dsp:cNvPr id="0" name=""/>
        <dsp:cNvSpPr/>
      </dsp:nvSpPr>
      <dsp:spPr>
        <a:xfrm>
          <a:off x="204253" y="999117"/>
          <a:ext cx="371370" cy="37137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A3506F-A1C1-48E2-812A-46FEC8D4087C}">
      <dsp:nvSpPr>
        <dsp:cNvPr id="0" name=""/>
        <dsp:cNvSpPr/>
      </dsp:nvSpPr>
      <dsp:spPr>
        <a:xfrm>
          <a:off x="779877" y="847192"/>
          <a:ext cx="3217049" cy="6752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461" tIns="71461" rIns="71461" bIns="71461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Target VM: Ubuntu + Snort + SSH service</a:t>
          </a:r>
        </a:p>
      </dsp:txBody>
      <dsp:txXfrm>
        <a:off x="779877" y="847192"/>
        <a:ext cx="3217049" cy="675218"/>
      </dsp:txXfrm>
    </dsp:sp>
    <dsp:sp modelId="{D989CC80-66CB-4D25-8CCA-714F1AA13BAD}">
      <dsp:nvSpPr>
        <dsp:cNvPr id="0" name=""/>
        <dsp:cNvSpPr/>
      </dsp:nvSpPr>
      <dsp:spPr>
        <a:xfrm>
          <a:off x="0" y="1691215"/>
          <a:ext cx="3996927" cy="675218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915B28-1994-4447-8579-AAB75667A09B}">
      <dsp:nvSpPr>
        <dsp:cNvPr id="0" name=""/>
        <dsp:cNvSpPr/>
      </dsp:nvSpPr>
      <dsp:spPr>
        <a:xfrm>
          <a:off x="204253" y="1843139"/>
          <a:ext cx="371370" cy="37137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58BB93-BE0D-46ED-BD81-D69A52B47169}">
      <dsp:nvSpPr>
        <dsp:cNvPr id="0" name=""/>
        <dsp:cNvSpPr/>
      </dsp:nvSpPr>
      <dsp:spPr>
        <a:xfrm>
          <a:off x="779877" y="1691215"/>
          <a:ext cx="3217049" cy="6752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461" tIns="71461" rIns="71461" bIns="71461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Attacker VM: Kali Linux with Nmap, Hydra</a:t>
          </a:r>
        </a:p>
      </dsp:txBody>
      <dsp:txXfrm>
        <a:off x="779877" y="1691215"/>
        <a:ext cx="3217049" cy="675218"/>
      </dsp:txXfrm>
    </dsp:sp>
    <dsp:sp modelId="{EAC8FD54-C308-43AB-92F1-4FA979F0166C}">
      <dsp:nvSpPr>
        <dsp:cNvPr id="0" name=""/>
        <dsp:cNvSpPr/>
      </dsp:nvSpPr>
      <dsp:spPr>
        <a:xfrm>
          <a:off x="0" y="2535238"/>
          <a:ext cx="3996927" cy="675218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64913E-DE35-4DEA-A2D4-273D923F4DAD}">
      <dsp:nvSpPr>
        <dsp:cNvPr id="0" name=""/>
        <dsp:cNvSpPr/>
      </dsp:nvSpPr>
      <dsp:spPr>
        <a:xfrm>
          <a:off x="204253" y="2687162"/>
          <a:ext cx="371370" cy="37137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280944-8067-431D-9C82-C92394E7A037}">
      <dsp:nvSpPr>
        <dsp:cNvPr id="0" name=""/>
        <dsp:cNvSpPr/>
      </dsp:nvSpPr>
      <dsp:spPr>
        <a:xfrm>
          <a:off x="779877" y="2535238"/>
          <a:ext cx="3217049" cy="6752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461" tIns="71461" rIns="71461" bIns="71461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Network Mode: Bridged</a:t>
          </a:r>
        </a:p>
      </dsp:txBody>
      <dsp:txXfrm>
        <a:off x="779877" y="2535238"/>
        <a:ext cx="3217049" cy="675218"/>
      </dsp:txXfrm>
    </dsp:sp>
    <dsp:sp modelId="{657B7E1C-A71D-49AC-9478-E72C4D9D4D67}">
      <dsp:nvSpPr>
        <dsp:cNvPr id="0" name=""/>
        <dsp:cNvSpPr/>
      </dsp:nvSpPr>
      <dsp:spPr>
        <a:xfrm>
          <a:off x="0" y="3379261"/>
          <a:ext cx="3996927" cy="675218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D2FCE0-4384-43F9-8710-DF01C048C4F0}">
      <dsp:nvSpPr>
        <dsp:cNvPr id="0" name=""/>
        <dsp:cNvSpPr/>
      </dsp:nvSpPr>
      <dsp:spPr>
        <a:xfrm>
          <a:off x="204253" y="3531185"/>
          <a:ext cx="371370" cy="37137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D8270F-1A25-4806-A9AE-335789ED1532}">
      <dsp:nvSpPr>
        <dsp:cNvPr id="0" name=""/>
        <dsp:cNvSpPr/>
      </dsp:nvSpPr>
      <dsp:spPr>
        <a:xfrm>
          <a:off x="779877" y="3379261"/>
          <a:ext cx="3217049" cy="6752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461" tIns="71461" rIns="71461" bIns="71461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Snort monitoring traffic on target VM interface</a:t>
          </a:r>
        </a:p>
      </dsp:txBody>
      <dsp:txXfrm>
        <a:off x="779877" y="3379261"/>
        <a:ext cx="3217049" cy="67521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29906C-86CE-4E9F-9206-F614C6266B67}">
      <dsp:nvSpPr>
        <dsp:cNvPr id="0" name=""/>
        <dsp:cNvSpPr/>
      </dsp:nvSpPr>
      <dsp:spPr>
        <a:xfrm>
          <a:off x="0" y="1405945"/>
          <a:ext cx="2314575" cy="14697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477D12-7BB8-48F6-81D4-1F34CAACE6D9}">
      <dsp:nvSpPr>
        <dsp:cNvPr id="0" name=""/>
        <dsp:cNvSpPr/>
      </dsp:nvSpPr>
      <dsp:spPr>
        <a:xfrm>
          <a:off x="257174" y="1650262"/>
          <a:ext cx="2314575" cy="1469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Installed Snort on Ubuntu Server</a:t>
          </a:r>
        </a:p>
      </dsp:txBody>
      <dsp:txXfrm>
        <a:off x="300222" y="1693310"/>
        <a:ext cx="2228479" cy="1383659"/>
      </dsp:txXfrm>
    </dsp:sp>
    <dsp:sp modelId="{62A43090-A698-4FDB-B11A-15B4144DA8D0}">
      <dsp:nvSpPr>
        <dsp:cNvPr id="0" name=""/>
        <dsp:cNvSpPr/>
      </dsp:nvSpPr>
      <dsp:spPr>
        <a:xfrm>
          <a:off x="2828924" y="1405945"/>
          <a:ext cx="2314575" cy="14697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937026-72A3-4007-9C34-E153B5CDB1BD}">
      <dsp:nvSpPr>
        <dsp:cNvPr id="0" name=""/>
        <dsp:cNvSpPr/>
      </dsp:nvSpPr>
      <dsp:spPr>
        <a:xfrm>
          <a:off x="3086099" y="1650262"/>
          <a:ext cx="2314575" cy="1469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Configured network interface and HOME_NET</a:t>
          </a:r>
        </a:p>
      </dsp:txBody>
      <dsp:txXfrm>
        <a:off x="3129147" y="1693310"/>
        <a:ext cx="2228479" cy="1383659"/>
      </dsp:txXfrm>
    </dsp:sp>
    <dsp:sp modelId="{F8BD108B-D68E-4FF3-8F61-1C3FEBDDE651}">
      <dsp:nvSpPr>
        <dsp:cNvPr id="0" name=""/>
        <dsp:cNvSpPr/>
      </dsp:nvSpPr>
      <dsp:spPr>
        <a:xfrm>
          <a:off x="5657850" y="1405945"/>
          <a:ext cx="2314575" cy="14697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0BCF62-D919-433B-A586-5E97F4925028}">
      <dsp:nvSpPr>
        <dsp:cNvPr id="0" name=""/>
        <dsp:cNvSpPr/>
      </dsp:nvSpPr>
      <dsp:spPr>
        <a:xfrm>
          <a:off x="5915024" y="1650262"/>
          <a:ext cx="2314575" cy="1469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Verified baseline traffic detection (ping, curl)</a:t>
          </a:r>
        </a:p>
      </dsp:txBody>
      <dsp:txXfrm>
        <a:off x="5958072" y="1693310"/>
        <a:ext cx="2228479" cy="138365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D79F6A-87E8-49D6-B468-4689B91C24AD}">
      <dsp:nvSpPr>
        <dsp:cNvPr id="0" name=""/>
        <dsp:cNvSpPr/>
      </dsp:nvSpPr>
      <dsp:spPr>
        <a:xfrm>
          <a:off x="0" y="1464"/>
          <a:ext cx="8229600" cy="62386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6094FC-C1FE-4257-9C79-D429507C25E7}">
      <dsp:nvSpPr>
        <dsp:cNvPr id="0" name=""/>
        <dsp:cNvSpPr/>
      </dsp:nvSpPr>
      <dsp:spPr>
        <a:xfrm>
          <a:off x="188719" y="141834"/>
          <a:ext cx="343126" cy="3431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6881DD-783B-4C7C-8319-918C616E5CA9}">
      <dsp:nvSpPr>
        <dsp:cNvPr id="0" name=""/>
        <dsp:cNvSpPr/>
      </dsp:nvSpPr>
      <dsp:spPr>
        <a:xfrm>
          <a:off x="720566" y="1464"/>
          <a:ext cx="7509033" cy="623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026" tIns="66026" rIns="66026" bIns="6602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Wrote custom Snort rules for SYN, FIN, Xmas scans</a:t>
          </a:r>
        </a:p>
      </dsp:txBody>
      <dsp:txXfrm>
        <a:off x="720566" y="1464"/>
        <a:ext cx="7509033" cy="623866"/>
      </dsp:txXfrm>
    </dsp:sp>
    <dsp:sp modelId="{E745C640-6A0A-41EE-BE58-FD73C3D744CD}">
      <dsp:nvSpPr>
        <dsp:cNvPr id="0" name=""/>
        <dsp:cNvSpPr/>
      </dsp:nvSpPr>
      <dsp:spPr>
        <a:xfrm>
          <a:off x="0" y="781297"/>
          <a:ext cx="8229600" cy="62386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E4B87A-610D-45F3-8576-248AACE48F62}">
      <dsp:nvSpPr>
        <dsp:cNvPr id="0" name=""/>
        <dsp:cNvSpPr/>
      </dsp:nvSpPr>
      <dsp:spPr>
        <a:xfrm>
          <a:off x="188719" y="921667"/>
          <a:ext cx="343126" cy="3431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5C572B-ACE5-4631-BC03-6D2107CCA627}">
      <dsp:nvSpPr>
        <dsp:cNvPr id="0" name=""/>
        <dsp:cNvSpPr/>
      </dsp:nvSpPr>
      <dsp:spPr>
        <a:xfrm>
          <a:off x="720566" y="781297"/>
          <a:ext cx="7509033" cy="623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026" tIns="66026" rIns="66026" bIns="6602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Tested using:</a:t>
          </a:r>
        </a:p>
      </dsp:txBody>
      <dsp:txXfrm>
        <a:off x="720566" y="781297"/>
        <a:ext cx="7509033" cy="623866"/>
      </dsp:txXfrm>
    </dsp:sp>
    <dsp:sp modelId="{832DD046-B7D9-4E60-BC2E-2DA6874EE4DF}">
      <dsp:nvSpPr>
        <dsp:cNvPr id="0" name=""/>
        <dsp:cNvSpPr/>
      </dsp:nvSpPr>
      <dsp:spPr>
        <a:xfrm>
          <a:off x="0" y="1561131"/>
          <a:ext cx="8229600" cy="62386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C9CFDF-B73D-4974-8B5F-C3C131779D0B}">
      <dsp:nvSpPr>
        <dsp:cNvPr id="0" name=""/>
        <dsp:cNvSpPr/>
      </dsp:nvSpPr>
      <dsp:spPr>
        <a:xfrm>
          <a:off x="188719" y="1701501"/>
          <a:ext cx="343126" cy="3431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F900D5-0E8D-47BA-AA24-31C2D6F9B580}">
      <dsp:nvSpPr>
        <dsp:cNvPr id="0" name=""/>
        <dsp:cNvSpPr/>
      </dsp:nvSpPr>
      <dsp:spPr>
        <a:xfrm>
          <a:off x="720566" y="1561131"/>
          <a:ext cx="7509033" cy="623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026" tIns="66026" rIns="66026" bIns="6602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nmap -sS </a:t>
          </a:r>
          <a:r>
            <a:rPr lang="en-IN" sz="1900" kern="1200"/>
            <a:t>192.168.1.14</a:t>
          </a:r>
          <a:endParaRPr lang="en-US" sz="1900" kern="1200"/>
        </a:p>
      </dsp:txBody>
      <dsp:txXfrm>
        <a:off x="720566" y="1561131"/>
        <a:ext cx="7509033" cy="623866"/>
      </dsp:txXfrm>
    </dsp:sp>
    <dsp:sp modelId="{723EF7F5-632A-4267-8C00-5EEEB562D06B}">
      <dsp:nvSpPr>
        <dsp:cNvPr id="0" name=""/>
        <dsp:cNvSpPr/>
      </dsp:nvSpPr>
      <dsp:spPr>
        <a:xfrm>
          <a:off x="0" y="2340964"/>
          <a:ext cx="8229600" cy="62386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12C46B-4162-4965-B2DE-0B0ACC662625}">
      <dsp:nvSpPr>
        <dsp:cNvPr id="0" name=""/>
        <dsp:cNvSpPr/>
      </dsp:nvSpPr>
      <dsp:spPr>
        <a:xfrm>
          <a:off x="188719" y="2481334"/>
          <a:ext cx="343126" cy="34312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02A071-7696-4D7C-A5EF-2B346A1ADF87}">
      <dsp:nvSpPr>
        <dsp:cNvPr id="0" name=""/>
        <dsp:cNvSpPr/>
      </dsp:nvSpPr>
      <dsp:spPr>
        <a:xfrm>
          <a:off x="720566" y="2340964"/>
          <a:ext cx="7509033" cy="623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026" tIns="66026" rIns="66026" bIns="6602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nmap -sF </a:t>
          </a:r>
          <a:r>
            <a:rPr lang="en-IN" sz="1900" kern="1200"/>
            <a:t>192.168.1.14</a:t>
          </a:r>
          <a:endParaRPr lang="en-US" sz="1900" kern="1200"/>
        </a:p>
      </dsp:txBody>
      <dsp:txXfrm>
        <a:off x="720566" y="2340964"/>
        <a:ext cx="7509033" cy="623866"/>
      </dsp:txXfrm>
    </dsp:sp>
    <dsp:sp modelId="{3E86C889-6A55-4DA0-8888-F9E17BA3E382}">
      <dsp:nvSpPr>
        <dsp:cNvPr id="0" name=""/>
        <dsp:cNvSpPr/>
      </dsp:nvSpPr>
      <dsp:spPr>
        <a:xfrm>
          <a:off x="0" y="3120798"/>
          <a:ext cx="8229600" cy="62386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D2C6DA-9F8B-42BE-A8F5-494D20B5E623}">
      <dsp:nvSpPr>
        <dsp:cNvPr id="0" name=""/>
        <dsp:cNvSpPr/>
      </dsp:nvSpPr>
      <dsp:spPr>
        <a:xfrm>
          <a:off x="188719" y="3261168"/>
          <a:ext cx="343126" cy="34312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BF4C13-1C26-4B2B-9856-9636340EE8DA}">
      <dsp:nvSpPr>
        <dsp:cNvPr id="0" name=""/>
        <dsp:cNvSpPr/>
      </dsp:nvSpPr>
      <dsp:spPr>
        <a:xfrm>
          <a:off x="720566" y="3120798"/>
          <a:ext cx="7509033" cy="623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026" tIns="66026" rIns="66026" bIns="6602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nmap -sX </a:t>
          </a:r>
          <a:r>
            <a:rPr lang="en-IN" sz="1900" kern="1200"/>
            <a:t>192.168.1.14</a:t>
          </a:r>
          <a:endParaRPr lang="en-US" sz="1900" kern="1200"/>
        </a:p>
      </dsp:txBody>
      <dsp:txXfrm>
        <a:off x="720566" y="3120798"/>
        <a:ext cx="7509033" cy="623866"/>
      </dsp:txXfrm>
    </dsp:sp>
    <dsp:sp modelId="{2BA467DD-CE40-4005-B968-5D1094E7A2AE}">
      <dsp:nvSpPr>
        <dsp:cNvPr id="0" name=""/>
        <dsp:cNvSpPr/>
      </dsp:nvSpPr>
      <dsp:spPr>
        <a:xfrm>
          <a:off x="0" y="3900632"/>
          <a:ext cx="8229600" cy="62386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76EC94-9976-4069-93E6-4D0580214D42}">
      <dsp:nvSpPr>
        <dsp:cNvPr id="0" name=""/>
        <dsp:cNvSpPr/>
      </dsp:nvSpPr>
      <dsp:spPr>
        <a:xfrm>
          <a:off x="188719" y="4041002"/>
          <a:ext cx="343126" cy="343126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1EB36E-4716-4704-AFA8-4F5DE445A4F0}">
      <dsp:nvSpPr>
        <dsp:cNvPr id="0" name=""/>
        <dsp:cNvSpPr/>
      </dsp:nvSpPr>
      <dsp:spPr>
        <a:xfrm>
          <a:off x="720566" y="3900632"/>
          <a:ext cx="7509033" cy="623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026" tIns="66026" rIns="66026" bIns="6602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Alerts successfully triggered in Snort console</a:t>
          </a:r>
        </a:p>
      </dsp:txBody>
      <dsp:txXfrm>
        <a:off x="720566" y="3900632"/>
        <a:ext cx="7509033" cy="62386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8560F0-B287-4EAF-B6E1-13DD9CF8A4D1}">
      <dsp:nvSpPr>
        <dsp:cNvPr id="0" name=""/>
        <dsp:cNvSpPr/>
      </dsp:nvSpPr>
      <dsp:spPr>
        <a:xfrm>
          <a:off x="0" y="0"/>
          <a:ext cx="3875580" cy="6818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Installed SSH service on target VM</a:t>
          </a:r>
          <a:endParaRPr lang="en-US" sz="1800" kern="1200"/>
        </a:p>
      </dsp:txBody>
      <dsp:txXfrm>
        <a:off x="19972" y="19972"/>
        <a:ext cx="3059996" cy="641936"/>
      </dsp:txXfrm>
    </dsp:sp>
    <dsp:sp modelId="{CB383537-D0FE-43DB-99F8-0BDF4CD66CAE}">
      <dsp:nvSpPr>
        <dsp:cNvPr id="0" name=""/>
        <dsp:cNvSpPr/>
      </dsp:nvSpPr>
      <dsp:spPr>
        <a:xfrm>
          <a:off x="289410" y="776586"/>
          <a:ext cx="3875580" cy="6818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Wrote Snort rule to detect multiple login attempts</a:t>
          </a:r>
          <a:endParaRPr lang="en-US" sz="1800" kern="1200"/>
        </a:p>
      </dsp:txBody>
      <dsp:txXfrm>
        <a:off x="309382" y="796558"/>
        <a:ext cx="3103003" cy="641936"/>
      </dsp:txXfrm>
    </dsp:sp>
    <dsp:sp modelId="{7529D1E1-FDF4-4EE7-9DE9-E170C530F419}">
      <dsp:nvSpPr>
        <dsp:cNvPr id="0" name=""/>
        <dsp:cNvSpPr/>
      </dsp:nvSpPr>
      <dsp:spPr>
        <a:xfrm>
          <a:off x="578820" y="1553173"/>
          <a:ext cx="3875580" cy="6818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Simulated brute-force with Hydra:</a:t>
          </a:r>
          <a:endParaRPr lang="en-US" sz="1800" kern="1200"/>
        </a:p>
      </dsp:txBody>
      <dsp:txXfrm>
        <a:off x="598792" y="1573145"/>
        <a:ext cx="3103003" cy="641936"/>
      </dsp:txXfrm>
    </dsp:sp>
    <dsp:sp modelId="{51E84927-ABE0-434C-AB7D-6E9A4A00F30E}">
      <dsp:nvSpPr>
        <dsp:cNvPr id="0" name=""/>
        <dsp:cNvSpPr/>
      </dsp:nvSpPr>
      <dsp:spPr>
        <a:xfrm>
          <a:off x="868230" y="2329759"/>
          <a:ext cx="3875580" cy="6818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hydra -l testuser -P pass.txt ssh://192.168.1.14</a:t>
          </a:r>
          <a:endParaRPr lang="en-US" sz="1800" kern="1200"/>
        </a:p>
      </dsp:txBody>
      <dsp:txXfrm>
        <a:off x="888202" y="2349731"/>
        <a:ext cx="3103003" cy="641936"/>
      </dsp:txXfrm>
    </dsp:sp>
    <dsp:sp modelId="{86C16546-5E7F-4C1C-884F-1B86CE0D3713}">
      <dsp:nvSpPr>
        <dsp:cNvPr id="0" name=""/>
        <dsp:cNvSpPr/>
      </dsp:nvSpPr>
      <dsp:spPr>
        <a:xfrm>
          <a:off x="1157640" y="3106346"/>
          <a:ext cx="3875580" cy="6818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Alerts generated for brute-force attempts</a:t>
          </a:r>
          <a:endParaRPr lang="en-US" sz="1800" kern="1200"/>
        </a:p>
      </dsp:txBody>
      <dsp:txXfrm>
        <a:off x="1177612" y="3126318"/>
        <a:ext cx="3103003" cy="641936"/>
      </dsp:txXfrm>
    </dsp:sp>
    <dsp:sp modelId="{02609855-215F-4D50-829D-598B21539693}">
      <dsp:nvSpPr>
        <dsp:cNvPr id="0" name=""/>
        <dsp:cNvSpPr/>
      </dsp:nvSpPr>
      <dsp:spPr>
        <a:xfrm>
          <a:off x="3432357" y="498151"/>
          <a:ext cx="443222" cy="443222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3532082" y="498151"/>
        <a:ext cx="243772" cy="333525"/>
      </dsp:txXfrm>
    </dsp:sp>
    <dsp:sp modelId="{C5DDB676-2390-4F75-8635-3E7CFD0BA509}">
      <dsp:nvSpPr>
        <dsp:cNvPr id="0" name=""/>
        <dsp:cNvSpPr/>
      </dsp:nvSpPr>
      <dsp:spPr>
        <a:xfrm>
          <a:off x="3721767" y="1274738"/>
          <a:ext cx="443222" cy="443222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3821492" y="1274738"/>
        <a:ext cx="243772" cy="333525"/>
      </dsp:txXfrm>
    </dsp:sp>
    <dsp:sp modelId="{E9DCEC50-5FB1-415A-B3F8-717BB5A65BB0}">
      <dsp:nvSpPr>
        <dsp:cNvPr id="0" name=""/>
        <dsp:cNvSpPr/>
      </dsp:nvSpPr>
      <dsp:spPr>
        <a:xfrm>
          <a:off x="4011178" y="2039960"/>
          <a:ext cx="443222" cy="443222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4110903" y="2039960"/>
        <a:ext cx="243772" cy="333525"/>
      </dsp:txXfrm>
    </dsp:sp>
    <dsp:sp modelId="{43349ABC-C092-47FF-AC17-C051297536C8}">
      <dsp:nvSpPr>
        <dsp:cNvPr id="0" name=""/>
        <dsp:cNvSpPr/>
      </dsp:nvSpPr>
      <dsp:spPr>
        <a:xfrm>
          <a:off x="4300588" y="2824123"/>
          <a:ext cx="443222" cy="443222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4400313" y="2824123"/>
        <a:ext cx="243772" cy="33352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D0EDED-41BA-4FCE-94DB-32946F495828}">
      <dsp:nvSpPr>
        <dsp:cNvPr id="0" name=""/>
        <dsp:cNvSpPr/>
      </dsp:nvSpPr>
      <dsp:spPr>
        <a:xfrm>
          <a:off x="0" y="0"/>
          <a:ext cx="4026576" cy="83340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Simulated periodic beacon traffic using curl:</a:t>
          </a:r>
        </a:p>
      </dsp:txBody>
      <dsp:txXfrm>
        <a:off x="24410" y="24410"/>
        <a:ext cx="3056838" cy="784589"/>
      </dsp:txXfrm>
    </dsp:sp>
    <dsp:sp modelId="{96FE8302-CA86-4F53-997B-ACC12D2FB314}">
      <dsp:nvSpPr>
        <dsp:cNvPr id="0" name=""/>
        <dsp:cNvSpPr/>
      </dsp:nvSpPr>
      <dsp:spPr>
        <a:xfrm>
          <a:off x="337225" y="984939"/>
          <a:ext cx="4026576" cy="83340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while true; do curl http://malicious-c2.com/ping; sleep 30; done</a:t>
          </a:r>
        </a:p>
      </dsp:txBody>
      <dsp:txXfrm>
        <a:off x="361635" y="1009349"/>
        <a:ext cx="3098814" cy="784589"/>
      </dsp:txXfrm>
    </dsp:sp>
    <dsp:sp modelId="{FEEB439B-58FE-4CA3-8E94-BE0F37D30EFB}">
      <dsp:nvSpPr>
        <dsp:cNvPr id="0" name=""/>
        <dsp:cNvSpPr/>
      </dsp:nvSpPr>
      <dsp:spPr>
        <a:xfrm>
          <a:off x="669418" y="1969878"/>
          <a:ext cx="4026576" cy="83340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Wrote Snort rule to detect suspicious C2 traffic</a:t>
          </a:r>
        </a:p>
      </dsp:txBody>
      <dsp:txXfrm>
        <a:off x="693828" y="1994288"/>
        <a:ext cx="3103847" cy="784589"/>
      </dsp:txXfrm>
    </dsp:sp>
    <dsp:sp modelId="{0BC9B384-DFAA-41C0-83EE-9C930B72B5A0}">
      <dsp:nvSpPr>
        <dsp:cNvPr id="0" name=""/>
        <dsp:cNvSpPr/>
      </dsp:nvSpPr>
      <dsp:spPr>
        <a:xfrm>
          <a:off x="1006644" y="2954817"/>
          <a:ext cx="4026576" cy="83340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Alerts triggered for beacon attempts</a:t>
          </a:r>
        </a:p>
      </dsp:txBody>
      <dsp:txXfrm>
        <a:off x="1031054" y="2979227"/>
        <a:ext cx="3098814" cy="784589"/>
      </dsp:txXfrm>
    </dsp:sp>
    <dsp:sp modelId="{92E65D03-37F3-4A7D-B19F-0F876953B5F3}">
      <dsp:nvSpPr>
        <dsp:cNvPr id="0" name=""/>
        <dsp:cNvSpPr/>
      </dsp:nvSpPr>
      <dsp:spPr>
        <a:xfrm>
          <a:off x="3484860" y="638316"/>
          <a:ext cx="541716" cy="541716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3606746" y="638316"/>
        <a:ext cx="297944" cy="407641"/>
      </dsp:txXfrm>
    </dsp:sp>
    <dsp:sp modelId="{B7E3EEA6-AF46-4EDE-BCBE-A9B9235DAE98}">
      <dsp:nvSpPr>
        <dsp:cNvPr id="0" name=""/>
        <dsp:cNvSpPr/>
      </dsp:nvSpPr>
      <dsp:spPr>
        <a:xfrm>
          <a:off x="3822086" y="1623255"/>
          <a:ext cx="541716" cy="541716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3943972" y="1623255"/>
        <a:ext cx="297944" cy="407641"/>
      </dsp:txXfrm>
    </dsp:sp>
    <dsp:sp modelId="{D9B33D6D-BD16-48C2-A9EF-391CFEBF63F3}">
      <dsp:nvSpPr>
        <dsp:cNvPr id="0" name=""/>
        <dsp:cNvSpPr/>
      </dsp:nvSpPr>
      <dsp:spPr>
        <a:xfrm>
          <a:off x="4154278" y="2608194"/>
          <a:ext cx="541716" cy="541716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4276164" y="2608194"/>
        <a:ext cx="297944" cy="40764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81E63C-A62F-436F-92BC-9C74C02FBFC0}">
      <dsp:nvSpPr>
        <dsp:cNvPr id="0" name=""/>
        <dsp:cNvSpPr/>
      </dsp:nvSpPr>
      <dsp:spPr>
        <a:xfrm>
          <a:off x="725791" y="346507"/>
          <a:ext cx="589306" cy="58930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264FFB-FAD7-44B2-AD82-A582C1A25056}">
      <dsp:nvSpPr>
        <dsp:cNvPr id="0" name=""/>
        <dsp:cNvSpPr/>
      </dsp:nvSpPr>
      <dsp:spPr>
        <a:xfrm>
          <a:off x="365660" y="1157178"/>
          <a:ext cx="1309570" cy="5238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Snort successfully detected:</a:t>
          </a:r>
        </a:p>
      </dsp:txBody>
      <dsp:txXfrm>
        <a:off x="365660" y="1157178"/>
        <a:ext cx="1309570" cy="523828"/>
      </dsp:txXfrm>
    </dsp:sp>
    <dsp:sp modelId="{8AEB9DBB-BAE6-4BCA-8511-35F3431B1FC8}">
      <dsp:nvSpPr>
        <dsp:cNvPr id="0" name=""/>
        <dsp:cNvSpPr/>
      </dsp:nvSpPr>
      <dsp:spPr>
        <a:xfrm>
          <a:off x="2264537" y="346507"/>
          <a:ext cx="589306" cy="58930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DA8370-7EAF-4015-8651-25F29079DE22}">
      <dsp:nvSpPr>
        <dsp:cNvPr id="0" name=""/>
        <dsp:cNvSpPr/>
      </dsp:nvSpPr>
      <dsp:spPr>
        <a:xfrm>
          <a:off x="1904405" y="1157178"/>
          <a:ext cx="1309570" cy="5238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Nmap reconnaissance scans</a:t>
          </a:r>
        </a:p>
      </dsp:txBody>
      <dsp:txXfrm>
        <a:off x="1904405" y="1157178"/>
        <a:ext cx="1309570" cy="523828"/>
      </dsp:txXfrm>
    </dsp:sp>
    <dsp:sp modelId="{A123C75C-2A9A-41E8-A914-8A9B314D27B8}">
      <dsp:nvSpPr>
        <dsp:cNvPr id="0" name=""/>
        <dsp:cNvSpPr/>
      </dsp:nvSpPr>
      <dsp:spPr>
        <a:xfrm>
          <a:off x="3803282" y="346507"/>
          <a:ext cx="589306" cy="58930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6486DD-024C-49B2-A82B-C55AB1E2C98F}">
      <dsp:nvSpPr>
        <dsp:cNvPr id="0" name=""/>
        <dsp:cNvSpPr/>
      </dsp:nvSpPr>
      <dsp:spPr>
        <a:xfrm>
          <a:off x="3443150" y="1157178"/>
          <a:ext cx="1309570" cy="5238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SSH brute-force attempts</a:t>
          </a:r>
        </a:p>
      </dsp:txBody>
      <dsp:txXfrm>
        <a:off x="3443150" y="1157178"/>
        <a:ext cx="1309570" cy="523828"/>
      </dsp:txXfrm>
    </dsp:sp>
    <dsp:sp modelId="{47891C47-7276-4AA6-8A0E-B1F971BB5531}">
      <dsp:nvSpPr>
        <dsp:cNvPr id="0" name=""/>
        <dsp:cNvSpPr/>
      </dsp:nvSpPr>
      <dsp:spPr>
        <a:xfrm>
          <a:off x="5342027" y="346507"/>
          <a:ext cx="589306" cy="58930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886070-E1F3-43B5-B6FE-158475771024}">
      <dsp:nvSpPr>
        <dsp:cNvPr id="0" name=""/>
        <dsp:cNvSpPr/>
      </dsp:nvSpPr>
      <dsp:spPr>
        <a:xfrm>
          <a:off x="4981895" y="1157178"/>
          <a:ext cx="1309570" cy="5238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Simulated malware beaconing</a:t>
          </a:r>
        </a:p>
      </dsp:txBody>
      <dsp:txXfrm>
        <a:off x="4981895" y="1157178"/>
        <a:ext cx="1309570" cy="523828"/>
      </dsp:txXfrm>
    </dsp:sp>
    <dsp:sp modelId="{F0A2E789-6306-4637-8660-91F4FF040E94}">
      <dsp:nvSpPr>
        <dsp:cNvPr id="0" name=""/>
        <dsp:cNvSpPr/>
      </dsp:nvSpPr>
      <dsp:spPr>
        <a:xfrm>
          <a:off x="6880772" y="346507"/>
          <a:ext cx="589306" cy="58930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BC2A56-8D25-477A-B9E6-FAAD2E6455B4}">
      <dsp:nvSpPr>
        <dsp:cNvPr id="0" name=""/>
        <dsp:cNvSpPr/>
      </dsp:nvSpPr>
      <dsp:spPr>
        <a:xfrm>
          <a:off x="6520640" y="1157178"/>
          <a:ext cx="1309570" cy="5238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Alerts verified in Snort logs and console</a:t>
          </a:r>
        </a:p>
      </dsp:txBody>
      <dsp:txXfrm>
        <a:off x="6520640" y="1157178"/>
        <a:ext cx="1309570" cy="523828"/>
      </dsp:txXfrm>
    </dsp:sp>
    <dsp:sp modelId="{5A081700-8D36-42A2-9F59-12DEB0F86D8A}">
      <dsp:nvSpPr>
        <dsp:cNvPr id="0" name=""/>
        <dsp:cNvSpPr/>
      </dsp:nvSpPr>
      <dsp:spPr>
        <a:xfrm>
          <a:off x="3803282" y="2008398"/>
          <a:ext cx="589306" cy="589306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594349-470B-4727-82EA-7BF9B66F725A}">
      <dsp:nvSpPr>
        <dsp:cNvPr id="0" name=""/>
        <dsp:cNvSpPr/>
      </dsp:nvSpPr>
      <dsp:spPr>
        <a:xfrm>
          <a:off x="3443150" y="2819069"/>
          <a:ext cx="1309570" cy="5238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Screenshots collected for evidence</a:t>
          </a:r>
        </a:p>
      </dsp:txBody>
      <dsp:txXfrm>
        <a:off x="3443150" y="2819069"/>
        <a:ext cx="1309570" cy="5238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3" Type="http://schemas.openxmlformats.org/officeDocument/2006/relationships/diagramLayout" Target="../diagrams/layout6.xml"/><Relationship Id="rId7" Type="http://schemas.openxmlformats.org/officeDocument/2006/relationships/image" Target="../media/image36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3" Type="http://schemas.openxmlformats.org/officeDocument/2006/relationships/diagramLayout" Target="../diagrams/layout7.xml"/><Relationship Id="rId7" Type="http://schemas.openxmlformats.org/officeDocument/2006/relationships/image" Target="../media/image38.png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sv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DF05ACD0-FF4A-4F8F-B5C5-6A4EBD0D1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C9AFA28-B5ED-4346-9AF7-68A157F16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4350" y="685800"/>
            <a:ext cx="8115300" cy="5486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456" y="1380564"/>
            <a:ext cx="3421026" cy="2346229"/>
          </a:xfrm>
        </p:spPr>
        <p:txBody>
          <a:bodyPr anchor="b">
            <a:normAutofit/>
          </a:bodyPr>
          <a:lstStyle/>
          <a:p>
            <a:r>
              <a:rPr lang="en-US" sz="2800">
                <a:solidFill>
                  <a:srgbClr val="595959"/>
                </a:solidFill>
              </a:rPr>
              <a:t>Project 1: Network Intrusion Detection System (NIDS)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456" y="4061345"/>
            <a:ext cx="3421026" cy="1416090"/>
          </a:xfrm>
        </p:spPr>
        <p:txBody>
          <a:bodyPr anchor="t">
            <a:normAutofit/>
          </a:bodyPr>
          <a:lstStyle/>
          <a:p>
            <a:r>
              <a:rPr lang="en-US" sz="1200">
                <a:solidFill>
                  <a:srgbClr val="595959"/>
                </a:solidFill>
              </a:rPr>
              <a:t>Cybersecurity Internship Presentation</a:t>
            </a:r>
          </a:p>
          <a:p>
            <a:r>
              <a:rPr lang="en-US" sz="1200">
                <a:solidFill>
                  <a:srgbClr val="595959"/>
                </a:solidFill>
              </a:rPr>
              <a:t>Ayush Thakur | Infotact Solution</a:t>
            </a:r>
          </a:p>
        </p:txBody>
      </p:sp>
      <p:pic>
        <p:nvPicPr>
          <p:cNvPr id="7" name="Graphic 6" descr="Security Camera">
            <a:extLst>
              <a:ext uri="{FF2B5EF4-FFF2-40B4-BE49-F238E27FC236}">
                <a16:creationId xmlns:a16="http://schemas.microsoft.com/office/drawing/2014/main" id="{038A5E7F-231A-7849-A35B-B120FDF8CC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08201" y="1922089"/>
            <a:ext cx="3013822" cy="301382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2F3856E9-4239-4EE7-A372-FDCF4882FD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CC9CDCF-90F8-42B0-BD0A-794C526880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30095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07D05FE-3FB8-4314-A050-9AB40814D7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28" y="-11219"/>
            <a:ext cx="4235231" cy="6483075"/>
            <a:chOff x="-19221" y="0"/>
            <a:chExt cx="5646974" cy="6483075"/>
          </a:xfrm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BDDC6C42-DDD5-4105-85F2-9C052563AE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FB95E12-4EF0-42F7-BCF9-AD31B4C8E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338F8B2-67A9-4086-9341-7705CAB6F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E653AAAF-CCEF-494B-9366-16BB3815A6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4B356D9-49C3-412F-8E03-AC9AE8371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2023236"/>
            <a:ext cx="2744832" cy="2820908"/>
          </a:xfrm>
        </p:spPr>
        <p:txBody>
          <a:bodyPr>
            <a:normAutofit/>
          </a:bodyPr>
          <a:lstStyle/>
          <a:p>
            <a:r>
              <a:rPr lang="en-IN" sz="3500">
                <a:solidFill>
                  <a:schemeClr val="tx2"/>
                </a:solidFill>
              </a:rPr>
              <a:t>Objective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385C3EC-E278-653C-F321-679FFA7BD0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91730345"/>
              </p:ext>
            </p:extLst>
          </p:nvPr>
        </p:nvGraphicFramePr>
        <p:xfrm>
          <a:off x="4568428" y="955653"/>
          <a:ext cx="3836618" cy="49478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4AD29B6-BF3B-4407-9E75-52DF8E3B2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5F8BA08-3E38-4B70-B93A-74F08E0922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260019"/>
            <a:ext cx="8375586" cy="5933012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771" y="507160"/>
            <a:ext cx="2245179" cy="5438730"/>
          </a:xfrm>
        </p:spPr>
        <p:txBody>
          <a:bodyPr>
            <a:normAutofit/>
          </a:bodyPr>
          <a:lstStyle/>
          <a:p>
            <a:r>
              <a:rPr lang="en-IN" sz="2800"/>
              <a:t>Tools &amp; Technologies Used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7F1B33-79AB-4A71-8CEC-4546D709B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2874481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ED6214E7-0F48-8D9C-DBA1-4B35BC2631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1997682"/>
              </p:ext>
            </p:extLst>
          </p:nvPr>
        </p:nvGraphicFramePr>
        <p:xfrm>
          <a:off x="3394710" y="512064"/>
          <a:ext cx="5122926" cy="54406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A close-up of a molecule&#10;&#10;AI-generated content may be incorrect.">
            <a:extLst>
              <a:ext uri="{FF2B5EF4-FFF2-40B4-BE49-F238E27FC236}">
                <a16:creationId xmlns:a16="http://schemas.microsoft.com/office/drawing/2014/main" id="{F81FAA5A-822F-BE0B-CDB1-E81AF79D8D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375" r="16447" b="-1"/>
          <a:stretch>
            <a:fillRect/>
          </a:stretch>
        </p:blipFill>
        <p:spPr>
          <a:xfrm>
            <a:off x="20" y="10"/>
            <a:ext cx="4653283" cy="5114534"/>
          </a:xfrm>
          <a:custGeom>
            <a:avLst/>
            <a:gdLst/>
            <a:ahLst/>
            <a:cxnLst/>
            <a:rect l="l" t="t" r="r" b="b"/>
            <a:pathLst>
              <a:path w="6204404" h="5114544">
                <a:moveTo>
                  <a:pt x="5659431" y="0"/>
                </a:moveTo>
                <a:lnTo>
                  <a:pt x="6157098" y="0"/>
                </a:lnTo>
                <a:lnTo>
                  <a:pt x="6181355" y="190991"/>
                </a:lnTo>
                <a:cubicBezTo>
                  <a:pt x="6196596" y="341154"/>
                  <a:pt x="6204404" y="493515"/>
                  <a:pt x="6204404" y="647700"/>
                </a:cubicBezTo>
                <a:cubicBezTo>
                  <a:pt x="6204404" y="3114670"/>
                  <a:pt x="4205578" y="5114544"/>
                  <a:pt x="1739900" y="5114544"/>
                </a:cubicBezTo>
                <a:cubicBezTo>
                  <a:pt x="1123481" y="5114544"/>
                  <a:pt x="536240" y="4989552"/>
                  <a:pt x="2114" y="4763518"/>
                </a:cubicBezTo>
                <a:lnTo>
                  <a:pt x="0" y="4762561"/>
                </a:lnTo>
                <a:lnTo>
                  <a:pt x="0" y="4226363"/>
                </a:lnTo>
                <a:lnTo>
                  <a:pt x="15791" y="4234455"/>
                </a:lnTo>
                <a:cubicBezTo>
                  <a:pt x="537360" y="4485921"/>
                  <a:pt x="1122182" y="4626842"/>
                  <a:pt x="1739899" y="4626842"/>
                </a:cubicBezTo>
                <a:cubicBezTo>
                  <a:pt x="3936226" y="4626842"/>
                  <a:pt x="5716700" y="2845319"/>
                  <a:pt x="5716700" y="647700"/>
                </a:cubicBezTo>
                <a:cubicBezTo>
                  <a:pt x="5716700" y="510349"/>
                  <a:pt x="5709745" y="374623"/>
                  <a:pt x="5696169" y="240856"/>
                </a:cubicBez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760" y="327026"/>
            <a:ext cx="3123008" cy="2611437"/>
          </a:xfrm>
        </p:spPr>
        <p:txBody>
          <a:bodyPr>
            <a:normAutofit/>
          </a:bodyPr>
          <a:lstStyle/>
          <a:p>
            <a:r>
              <a:rPr lang="en-IN" sz="3100"/>
              <a:t>Lab Setup</a:t>
            </a:r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A548D8BF-AA5D-01A4-DEC1-36E2D319AE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2952759"/>
              </p:ext>
            </p:extLst>
          </p:nvPr>
        </p:nvGraphicFramePr>
        <p:xfrm>
          <a:off x="4786312" y="2119313"/>
          <a:ext cx="3996927" cy="40576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1: Snort Setup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70A3E60-A522-4969-5528-3EF1D87955B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2: Detecting Nmap Scans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A484324-67C1-4ADA-AD20-46563BA3DFB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3300"/>
              <a:t>Week 3: Detecting Brute-Force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2A869FBB-D04B-7E4E-2785-5558DA7AEBC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52321" y="2227943"/>
          <a:ext cx="5033221" cy="37882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Disconnected">
            <a:extLst>
              <a:ext uri="{FF2B5EF4-FFF2-40B4-BE49-F238E27FC236}">
                <a16:creationId xmlns:a16="http://schemas.microsoft.com/office/drawing/2014/main" id="{B0E2520F-8569-04B2-71DB-09F8B54AF06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000"/>
              <a:t>Week 4: Detecting Malware C2 Traffic</a:t>
            </a:r>
          </a:p>
        </p:txBody>
      </p:sp>
      <p:graphicFrame>
        <p:nvGraphicFramePr>
          <p:cNvPr id="37" name="Content Placeholder 2">
            <a:extLst>
              <a:ext uri="{FF2B5EF4-FFF2-40B4-BE49-F238E27FC236}">
                <a16:creationId xmlns:a16="http://schemas.microsoft.com/office/drawing/2014/main" id="{2DA4F27B-EB6B-6A80-AF85-1359B3125D2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52321" y="2227943"/>
          <a:ext cx="5033221" cy="37882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8" name="Rectangle 37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Lashes">
            <a:extLst>
              <a:ext uri="{FF2B5EF4-FFF2-40B4-BE49-F238E27FC236}">
                <a16:creationId xmlns:a16="http://schemas.microsoft.com/office/drawing/2014/main" id="{275D3740-0AC3-8D66-4139-D3D472C695C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IN" sz="3500">
                <a:solidFill>
                  <a:srgbClr val="FFFFFF"/>
                </a:solidFill>
              </a:rPr>
              <a:t>Results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945249A-5175-EDD7-E428-5C298BEC7D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28843113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E2D707D-641A-426E-64D9-13B440C818BD}"/>
              </a:ext>
            </a:extLst>
          </p:cNvPr>
          <p:cNvSpPr txBox="1"/>
          <p:nvPr/>
        </p:nvSpPr>
        <p:spPr>
          <a:xfrm>
            <a:off x="840699" y="687480"/>
            <a:ext cx="5605629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</a:t>
            </a:r>
            <a:br>
              <a:rPr lang="en-US" sz="3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3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FOR YOUR ATTENTION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712DF6-2DFA-17B9-0235-C47E2815B827}"/>
              </a:ext>
            </a:extLst>
          </p:cNvPr>
          <p:cNvSpPr txBox="1"/>
          <p:nvPr/>
        </p:nvSpPr>
        <p:spPr>
          <a:xfrm>
            <a:off x="852321" y="2227943"/>
            <a:ext cx="5033221" cy="37882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 dirty="0"/>
              <a:t>EMAIL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 b="1" dirty="0"/>
              <a:t>ayushwork981@gmail.com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100" b="1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 dirty="0"/>
              <a:t>LINKEDIN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 b="1" dirty="0"/>
              <a:t>linkedin.com/in/aayush-thakur-001/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1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0" name="Graphic 9" descr="Envelope">
            <a:extLst>
              <a:ext uri="{FF2B5EF4-FFF2-40B4-BE49-F238E27FC236}">
                <a16:creationId xmlns:a16="http://schemas.microsoft.com/office/drawing/2014/main" id="{0DB5D0DE-62F6-6577-611C-EF5F472224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344</Words>
  <Application>Microsoft Office PowerPoint</Application>
  <PresentationFormat>On-screen Show (4:3)</PresentationFormat>
  <Paragraphs>57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Project 1: Network Intrusion Detection System (NIDS)</vt:lpstr>
      <vt:lpstr>Objective</vt:lpstr>
      <vt:lpstr>Tools &amp; Technologies Used</vt:lpstr>
      <vt:lpstr>Lab Setup</vt:lpstr>
      <vt:lpstr>Week 1: Snort Setup</vt:lpstr>
      <vt:lpstr>Week 2: Detecting Nmap Scans</vt:lpstr>
      <vt:lpstr>Week 3: Detecting Brute-Force</vt:lpstr>
      <vt:lpstr>Week 4: Detecting Malware C2 Traffic</vt:lpstr>
      <vt:lpstr>Results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Aayush Thakur</cp:lastModifiedBy>
  <cp:revision>3</cp:revision>
  <dcterms:created xsi:type="dcterms:W3CDTF">2013-01-27T09:14:16Z</dcterms:created>
  <dcterms:modified xsi:type="dcterms:W3CDTF">2025-08-25T18:10:45Z</dcterms:modified>
  <cp:category/>
</cp:coreProperties>
</file>